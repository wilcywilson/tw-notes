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6" r:id="rId1"/>
    <p:sldMasterId id="2147483712" r:id="rId2"/>
  </p:sldMasterIdLst>
  <p:sldIdLst>
    <p:sldId id="256" r:id="rId3"/>
    <p:sldId id="257" r:id="rId4"/>
    <p:sldId id="258" r:id="rId5"/>
    <p:sldId id="259" r:id="rId6"/>
    <p:sldId id="268" r:id="rId7"/>
    <p:sldId id="261" r:id="rId8"/>
    <p:sldId id="276" r:id="rId9"/>
    <p:sldId id="267" r:id="rId10"/>
    <p:sldId id="266" r:id="rId11"/>
    <p:sldId id="262" r:id="rId12"/>
    <p:sldId id="263" r:id="rId13"/>
    <p:sldId id="264" r:id="rId14"/>
    <p:sldId id="275" r:id="rId15"/>
    <p:sldId id="265" r:id="rId16"/>
    <p:sldId id="269" r:id="rId17"/>
    <p:sldId id="274" r:id="rId18"/>
    <p:sldId id="270" r:id="rId19"/>
    <p:sldId id="271" r:id="rId20"/>
    <p:sldId id="272"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02FCA6-A8CD-4C7D-9BA6-E11905FE50A4}" v="18" dt="2020-12-15T13:59:12.253"/>
    <p1510:client id="{0B6B170E-9BF3-47D6-AC36-F7946D9E4FB3}" v="54" dt="2020-12-15T11:05:19.919"/>
    <p1510:client id="{0CF59E25-637A-4D17-8DDE-F7F543230BF5}" v="75" dt="2020-12-15T14:19:26.112"/>
    <p1510:client id="{2DCBCA5C-DEA6-476E-B21A-1A24D881490E}" v="24" dt="2020-12-15T14:25:01.547"/>
    <p1510:client id="{546A9537-B38E-4F8D-8633-8F3BA8D222E3}" v="24" dt="2020-12-15T14:05:36.829"/>
    <p1510:client id="{63DD3A5C-75D4-444C-B899-19E850FBBAF4}" v="19" dt="2020-12-15T14:14:04.378"/>
    <p1510:client id="{6FBC5152-E6FF-44D9-B482-4FC243E95AA6}" v="29" dt="2020-12-15T14:41:50.001"/>
    <p1510:client id="{8DDF5D64-A031-48D9-82EE-E7F63CF8F730}" v="104" dt="2020-12-15T14:49:19.168"/>
    <p1510:client id="{9B0212F6-6008-4EEA-A23D-276EB2DE8131}" v="23" dt="2020-12-15T14:51:55.747"/>
    <p1510:client id="{ABA91314-32F0-43F4-9629-9370B61A237C}" v="39" dt="2020-12-15T14:01:47.851"/>
    <p1510:client id="{AF1191BD-2A5C-4674-A0E7-99670A436AB0}" v="6" dt="2020-12-15T14:27:32.478"/>
    <p1510:client id="{B22CD5FB-9859-4AF9-B657-107E9B7722CA}" v="20" dt="2020-12-15T14:30:41.252"/>
    <p1510:client id="{B3466332-2EAE-4AD7-8F6C-8D30A2FBFB5F}" v="34" dt="2020-12-15T14:33:53.401"/>
    <p1510:client id="{CA016895-0B50-46CE-BFE4-38ABE72E7EE9}" v="41" dt="2020-12-15T14:22:29.428"/>
    <p1510:client id="{E7D5670A-B920-4DB5-9959-EBEE4B93739D}" v="54" dt="2020-12-15T14:10:07.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p:scale>
          <a:sx n="66" d="100"/>
          <a:sy n="66" d="100"/>
        </p:scale>
        <p:origin x="1099" y="5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chin  Neupane" userId="S::sachinneupane@samriddhicollege.edu.np::d21c9b6f-0979-4b1c-a91e-ffea27d935d3" providerId="AD" clId="Web-{2DCBCA5C-DEA6-476E-B21A-1A24D881490E}"/>
    <pc:docChg chg="modSld">
      <pc:chgData name="Sachin  Neupane" userId="S::sachinneupane@samriddhicollege.edu.np::d21c9b6f-0979-4b1c-a91e-ffea27d935d3" providerId="AD" clId="Web-{2DCBCA5C-DEA6-476E-B21A-1A24D881490E}" dt="2020-12-15T14:25:01.547" v="25" actId="20577"/>
      <pc:docMkLst>
        <pc:docMk/>
      </pc:docMkLst>
      <pc:sldChg chg="addSp modSp mod setBg">
        <pc:chgData name="Sachin  Neupane" userId="S::sachinneupane@samriddhicollege.edu.np::d21c9b6f-0979-4b1c-a91e-ffea27d935d3" providerId="AD" clId="Web-{2DCBCA5C-DEA6-476E-B21A-1A24D881490E}" dt="2020-12-15T14:24:37.609" v="17" actId="14100"/>
        <pc:sldMkLst>
          <pc:docMk/>
          <pc:sldMk cId="632421296" sldId="262"/>
        </pc:sldMkLst>
        <pc:spChg chg="mod">
          <ac:chgData name="Sachin  Neupane" userId="S::sachinneupane@samriddhicollege.edu.np::d21c9b6f-0979-4b1c-a91e-ffea27d935d3" providerId="AD" clId="Web-{2DCBCA5C-DEA6-476E-B21A-1A24D881490E}" dt="2020-12-15T14:24:27.577" v="13" actId="20577"/>
          <ac:spMkLst>
            <pc:docMk/>
            <pc:sldMk cId="632421296" sldId="262"/>
            <ac:spMk id="2" creationId="{E3464596-410C-46B0-8989-A319AA2D03E2}"/>
          </ac:spMkLst>
        </pc:spChg>
        <pc:spChg chg="mod">
          <ac:chgData name="Sachin  Neupane" userId="S::sachinneupane@samriddhicollege.edu.np::d21c9b6f-0979-4b1c-a91e-ffea27d935d3" providerId="AD" clId="Web-{2DCBCA5C-DEA6-476E-B21A-1A24D881490E}" dt="2020-12-15T14:24:37.609" v="17" actId="14100"/>
          <ac:spMkLst>
            <pc:docMk/>
            <pc:sldMk cId="632421296" sldId="262"/>
            <ac:spMk id="3" creationId="{F85ACE57-43A1-43BA-8B93-4D2D109E7E4D}"/>
          </ac:spMkLst>
        </pc:spChg>
        <pc:spChg chg="add">
          <ac:chgData name="Sachin  Neupane" userId="S::sachinneupane@samriddhicollege.edu.np::d21c9b6f-0979-4b1c-a91e-ffea27d935d3" providerId="AD" clId="Web-{2DCBCA5C-DEA6-476E-B21A-1A24D881490E}" dt="2020-12-15T14:24:11.655" v="12"/>
          <ac:spMkLst>
            <pc:docMk/>
            <pc:sldMk cId="632421296" sldId="262"/>
            <ac:spMk id="8" creationId="{100EDD19-6802-4EC3-95CE-CFFAB042CFD6}"/>
          </ac:spMkLst>
        </pc:spChg>
        <pc:spChg chg="add">
          <ac:chgData name="Sachin  Neupane" userId="S::sachinneupane@samriddhicollege.edu.np::d21c9b6f-0979-4b1c-a91e-ffea27d935d3" providerId="AD" clId="Web-{2DCBCA5C-DEA6-476E-B21A-1A24D881490E}" dt="2020-12-15T14:24:11.655" v="12"/>
          <ac:spMkLst>
            <pc:docMk/>
            <pc:sldMk cId="632421296" sldId="262"/>
            <ac:spMk id="10" creationId="{DB17E863-922E-4C26-BD64-E8FD41D28661}"/>
          </ac:spMkLst>
        </pc:spChg>
      </pc:sldChg>
      <pc:sldChg chg="modSp">
        <pc:chgData name="Sachin  Neupane" userId="S::sachinneupane@samriddhicollege.edu.np::d21c9b6f-0979-4b1c-a91e-ffea27d935d3" providerId="AD" clId="Web-{2DCBCA5C-DEA6-476E-B21A-1A24D881490E}" dt="2020-12-15T14:25:01.547" v="24" actId="20577"/>
        <pc:sldMkLst>
          <pc:docMk/>
          <pc:sldMk cId="1230354310" sldId="263"/>
        </pc:sldMkLst>
        <pc:spChg chg="mod">
          <ac:chgData name="Sachin  Neupane" userId="S::sachinneupane@samriddhicollege.edu.np::d21c9b6f-0979-4b1c-a91e-ffea27d935d3" providerId="AD" clId="Web-{2DCBCA5C-DEA6-476E-B21A-1A24D881490E}" dt="2020-12-15T14:25:01.547" v="24" actId="20577"/>
          <ac:spMkLst>
            <pc:docMk/>
            <pc:sldMk cId="1230354310" sldId="263"/>
            <ac:spMk id="2" creationId="{AD858708-E055-4490-A88C-998F759F3CB9}"/>
          </ac:spMkLst>
        </pc:spChg>
      </pc:sldChg>
    </pc:docChg>
  </pc:docChgLst>
  <pc:docChgLst>
    <pc:chgData name="Sachin  Neupane" userId="S::sachinneupane@samriddhicollege.edu.np::d21c9b6f-0979-4b1c-a91e-ffea27d935d3" providerId="AD" clId="Web-{8DDF5D64-A031-48D9-82EE-E7F63CF8F730}"/>
    <pc:docChg chg="addSld modSld">
      <pc:chgData name="Sachin  Neupane" userId="S::sachinneupane@samriddhicollege.edu.np::d21c9b6f-0979-4b1c-a91e-ffea27d935d3" providerId="AD" clId="Web-{8DDF5D64-A031-48D9-82EE-E7F63CF8F730}" dt="2020-12-15T14:49:19.168" v="104"/>
      <pc:docMkLst>
        <pc:docMk/>
      </pc:docMkLst>
      <pc:sldChg chg="modSp">
        <pc:chgData name="Sachin  Neupane" userId="S::sachinneupane@samriddhicollege.edu.np::d21c9b6f-0979-4b1c-a91e-ffea27d935d3" providerId="AD" clId="Web-{8DDF5D64-A031-48D9-82EE-E7F63CF8F730}" dt="2020-12-15T14:48:01.243" v="32" actId="20577"/>
        <pc:sldMkLst>
          <pc:docMk/>
          <pc:sldMk cId="1790797784" sldId="270"/>
        </pc:sldMkLst>
        <pc:spChg chg="mod">
          <ac:chgData name="Sachin  Neupane" userId="S::sachinneupane@samriddhicollege.edu.np::d21c9b6f-0979-4b1c-a91e-ffea27d935d3" providerId="AD" clId="Web-{8DDF5D64-A031-48D9-82EE-E7F63CF8F730}" dt="2020-12-15T14:47:10.460" v="12" actId="20577"/>
          <ac:spMkLst>
            <pc:docMk/>
            <pc:sldMk cId="1790797784" sldId="270"/>
            <ac:spMk id="2" creationId="{1346692D-1779-4432-A4DE-861BF7CDBF0D}"/>
          </ac:spMkLst>
        </pc:spChg>
        <pc:spChg chg="mod">
          <ac:chgData name="Sachin  Neupane" userId="S::sachinneupane@samriddhicollege.edu.np::d21c9b6f-0979-4b1c-a91e-ffea27d935d3" providerId="AD" clId="Web-{8DDF5D64-A031-48D9-82EE-E7F63CF8F730}" dt="2020-12-15T14:48:01.243" v="32" actId="20577"/>
          <ac:spMkLst>
            <pc:docMk/>
            <pc:sldMk cId="1790797784" sldId="270"/>
            <ac:spMk id="3" creationId="{9E3710EB-3EBA-4C47-9C47-515904336517}"/>
          </ac:spMkLst>
        </pc:spChg>
      </pc:sldChg>
      <pc:sldChg chg="modSp">
        <pc:chgData name="Sachin  Neupane" userId="S::sachinneupane@samriddhicollege.edu.np::d21c9b6f-0979-4b1c-a91e-ffea27d935d3" providerId="AD" clId="Web-{8DDF5D64-A031-48D9-82EE-E7F63CF8F730}" dt="2020-12-15T14:49:05.901" v="101" actId="20577"/>
        <pc:sldMkLst>
          <pc:docMk/>
          <pc:sldMk cId="2923538416" sldId="271"/>
        </pc:sldMkLst>
        <pc:spChg chg="mod">
          <ac:chgData name="Sachin  Neupane" userId="S::sachinneupane@samriddhicollege.edu.np::d21c9b6f-0979-4b1c-a91e-ffea27d935d3" providerId="AD" clId="Web-{8DDF5D64-A031-48D9-82EE-E7F63CF8F730}" dt="2020-12-15T14:48:51.682" v="94" actId="20577"/>
          <ac:spMkLst>
            <pc:docMk/>
            <pc:sldMk cId="2923538416" sldId="271"/>
            <ac:spMk id="2" creationId="{3D10C771-6C8C-4B6C-8D9A-EDD1991D8784}"/>
          </ac:spMkLst>
        </pc:spChg>
        <pc:spChg chg="mod">
          <ac:chgData name="Sachin  Neupane" userId="S::sachinneupane@samriddhicollege.edu.np::d21c9b6f-0979-4b1c-a91e-ffea27d935d3" providerId="AD" clId="Web-{8DDF5D64-A031-48D9-82EE-E7F63CF8F730}" dt="2020-12-15T14:49:05.901" v="101" actId="20577"/>
          <ac:spMkLst>
            <pc:docMk/>
            <pc:sldMk cId="2923538416" sldId="271"/>
            <ac:spMk id="3" creationId="{3CEF37F8-18CF-48F7-BF52-42FB333115B7}"/>
          </ac:spMkLst>
        </pc:spChg>
      </pc:sldChg>
      <pc:sldChg chg="modSp">
        <pc:chgData name="Sachin  Neupane" userId="S::sachinneupane@samriddhicollege.edu.np::d21c9b6f-0979-4b1c-a91e-ffea27d935d3" providerId="AD" clId="Web-{8DDF5D64-A031-48D9-82EE-E7F63CF8F730}" dt="2020-12-15T14:48:41.760" v="75" actId="20577"/>
        <pc:sldMkLst>
          <pc:docMk/>
          <pc:sldMk cId="3774254174" sldId="272"/>
        </pc:sldMkLst>
        <pc:spChg chg="mod">
          <ac:chgData name="Sachin  Neupane" userId="S::sachinneupane@samriddhicollege.edu.np::d21c9b6f-0979-4b1c-a91e-ffea27d935d3" providerId="AD" clId="Web-{8DDF5D64-A031-48D9-82EE-E7F63CF8F730}" dt="2020-12-15T14:48:41.760" v="75" actId="20577"/>
          <ac:spMkLst>
            <pc:docMk/>
            <pc:sldMk cId="3774254174" sldId="272"/>
            <ac:spMk id="2" creationId="{DD7BFC0C-CEDF-4C4F-A5B9-2BFBC3AFC359}"/>
          </ac:spMkLst>
        </pc:spChg>
        <pc:spChg chg="mod">
          <ac:chgData name="Sachin  Neupane" userId="S::sachinneupane@samriddhicollege.edu.np::d21c9b6f-0979-4b1c-a91e-ffea27d935d3" providerId="AD" clId="Web-{8DDF5D64-A031-48D9-82EE-E7F63CF8F730}" dt="2020-12-15T14:48:33.947" v="50" actId="14100"/>
          <ac:spMkLst>
            <pc:docMk/>
            <pc:sldMk cId="3774254174" sldId="272"/>
            <ac:spMk id="3" creationId="{D78263EE-1613-4141-AA1E-275383EEF594}"/>
          </ac:spMkLst>
        </pc:spChg>
      </pc:sldChg>
      <pc:sldChg chg="new">
        <pc:chgData name="Sachin  Neupane" userId="S::sachinneupane@samriddhicollege.edu.np::d21c9b6f-0979-4b1c-a91e-ffea27d935d3" providerId="AD" clId="Web-{8DDF5D64-A031-48D9-82EE-E7F63CF8F730}" dt="2020-12-15T14:49:12.183" v="103"/>
        <pc:sldMkLst>
          <pc:docMk/>
          <pc:sldMk cId="1472064103" sldId="273"/>
        </pc:sldMkLst>
      </pc:sldChg>
      <pc:sldChg chg="new">
        <pc:chgData name="Sachin  Neupane" userId="S::sachinneupane@samriddhicollege.edu.np::d21c9b6f-0979-4b1c-a91e-ffea27d935d3" providerId="AD" clId="Web-{8DDF5D64-A031-48D9-82EE-E7F63CF8F730}" dt="2020-12-15T14:49:19.168" v="104"/>
        <pc:sldMkLst>
          <pc:docMk/>
          <pc:sldMk cId="1515800205" sldId="274"/>
        </pc:sldMkLst>
      </pc:sldChg>
    </pc:docChg>
  </pc:docChgLst>
  <pc:docChgLst>
    <pc:chgData name="Sachin  Neupane" userId="S::sachinneupane@samriddhicollege.edu.np::d21c9b6f-0979-4b1c-a91e-ffea27d935d3" providerId="AD" clId="Web-{E7D5670A-B920-4DB5-9959-EBEE4B93739D}"/>
    <pc:docChg chg="modSld">
      <pc:chgData name="Sachin  Neupane" userId="S::sachinneupane@samriddhicollege.edu.np::d21c9b6f-0979-4b1c-a91e-ffea27d935d3" providerId="AD" clId="Web-{E7D5670A-B920-4DB5-9959-EBEE4B93739D}" dt="2020-12-15T14:10:07.024" v="54"/>
      <pc:docMkLst>
        <pc:docMk/>
      </pc:docMkLst>
      <pc:sldChg chg="addSp delSp modSp mod setBg">
        <pc:chgData name="Sachin  Neupane" userId="S::sachinneupane@samriddhicollege.edu.np::d21c9b6f-0979-4b1c-a91e-ffea27d935d3" providerId="AD" clId="Web-{E7D5670A-B920-4DB5-9959-EBEE4B93739D}" dt="2020-12-15T14:10:07.024" v="54"/>
        <pc:sldMkLst>
          <pc:docMk/>
          <pc:sldMk cId="2172165020" sldId="260"/>
        </pc:sldMkLst>
        <pc:spChg chg="mod">
          <ac:chgData name="Sachin  Neupane" userId="S::sachinneupane@samriddhicollege.edu.np::d21c9b6f-0979-4b1c-a91e-ffea27d935d3" providerId="AD" clId="Web-{E7D5670A-B920-4DB5-9959-EBEE4B93739D}" dt="2020-12-15T14:09:41.305" v="47" actId="20577"/>
          <ac:spMkLst>
            <pc:docMk/>
            <pc:sldMk cId="2172165020" sldId="260"/>
            <ac:spMk id="2" creationId="{AF5540F3-EAC5-4E4E-B57D-F143CD57EAA9}"/>
          </ac:spMkLst>
        </pc:spChg>
        <pc:spChg chg="del">
          <ac:chgData name="Sachin  Neupane" userId="S::sachinneupane@samriddhicollege.edu.np::d21c9b6f-0979-4b1c-a91e-ffea27d935d3" providerId="AD" clId="Web-{E7D5670A-B920-4DB5-9959-EBEE4B93739D}" dt="2020-12-15T14:08:22.132" v="14"/>
          <ac:spMkLst>
            <pc:docMk/>
            <pc:sldMk cId="2172165020" sldId="260"/>
            <ac:spMk id="3" creationId="{AB9603B4-9AB6-4B43-ABDF-05B0B5E1F86B}"/>
          </ac:spMkLst>
        </pc:spChg>
        <pc:spChg chg="add del">
          <ac:chgData name="Sachin  Neupane" userId="S::sachinneupane@samriddhicollege.edu.np::d21c9b6f-0979-4b1c-a91e-ffea27d935d3" providerId="AD" clId="Web-{E7D5670A-B920-4DB5-9959-EBEE4B93739D}" dt="2020-12-15T14:09:04.289" v="18"/>
          <ac:spMkLst>
            <pc:docMk/>
            <pc:sldMk cId="2172165020" sldId="260"/>
            <ac:spMk id="9" creationId="{4C10CBC8-7837-4750-8EE9-B4C3D50488F6}"/>
          </ac:spMkLst>
        </pc:spChg>
        <pc:spChg chg="add del">
          <ac:chgData name="Sachin  Neupane" userId="S::sachinneupane@samriddhicollege.edu.np::d21c9b6f-0979-4b1c-a91e-ffea27d935d3" providerId="AD" clId="Web-{E7D5670A-B920-4DB5-9959-EBEE4B93739D}" dt="2020-12-15T14:09:04.289" v="18"/>
          <ac:spMkLst>
            <pc:docMk/>
            <pc:sldMk cId="2172165020" sldId="260"/>
            <ac:spMk id="11" creationId="{69014793-11D4-4A17-9261-1A2E683ADF75}"/>
          </ac:spMkLst>
        </pc:spChg>
        <pc:spChg chg="add">
          <ac:chgData name="Sachin  Neupane" userId="S::sachinneupane@samriddhicollege.edu.np::d21c9b6f-0979-4b1c-a91e-ffea27d935d3" providerId="AD" clId="Web-{E7D5670A-B920-4DB5-9959-EBEE4B93739D}" dt="2020-12-15T14:09:04.289" v="18"/>
          <ac:spMkLst>
            <pc:docMk/>
            <pc:sldMk cId="2172165020" sldId="260"/>
            <ac:spMk id="16" creationId="{DA381740-063A-41A4-836D-85D14980EEF0}"/>
          </ac:spMkLst>
        </pc:spChg>
        <pc:spChg chg="add">
          <ac:chgData name="Sachin  Neupane" userId="S::sachinneupane@samriddhicollege.edu.np::d21c9b6f-0979-4b1c-a91e-ffea27d935d3" providerId="AD" clId="Web-{E7D5670A-B920-4DB5-9959-EBEE4B93739D}" dt="2020-12-15T14:09:04.289" v="18"/>
          <ac:spMkLst>
            <pc:docMk/>
            <pc:sldMk cId="2172165020" sldId="260"/>
            <ac:spMk id="18" creationId="{BCED4D40-4B67-4331-AC48-79B82B4A47D8}"/>
          </ac:spMkLst>
        </pc:spChg>
        <pc:graphicFrameChg chg="add mod ord modGraphic">
          <ac:chgData name="Sachin  Neupane" userId="S::sachinneupane@samriddhicollege.edu.np::d21c9b6f-0979-4b1c-a91e-ffea27d935d3" providerId="AD" clId="Web-{E7D5670A-B920-4DB5-9959-EBEE4B93739D}" dt="2020-12-15T14:10:07.024" v="54"/>
          <ac:graphicFrameMkLst>
            <pc:docMk/>
            <pc:sldMk cId="2172165020" sldId="260"/>
            <ac:graphicFrameMk id="4" creationId="{0C7D1762-9E70-4D1D-83DD-3F64639FC580}"/>
          </ac:graphicFrameMkLst>
        </pc:graphicFrameChg>
      </pc:sldChg>
      <pc:sldChg chg="modSp">
        <pc:chgData name="Sachin  Neupane" userId="S::sachinneupane@samriddhicollege.edu.np::d21c9b6f-0979-4b1c-a91e-ffea27d935d3" providerId="AD" clId="Web-{E7D5670A-B920-4DB5-9959-EBEE4B93739D}" dt="2020-12-15T14:08:04.710" v="13" actId="14100"/>
        <pc:sldMkLst>
          <pc:docMk/>
          <pc:sldMk cId="2743108472" sldId="261"/>
        </pc:sldMkLst>
        <pc:spChg chg="mod">
          <ac:chgData name="Sachin  Neupane" userId="S::sachinneupane@samriddhicollege.edu.np::d21c9b6f-0979-4b1c-a91e-ffea27d935d3" providerId="AD" clId="Web-{E7D5670A-B920-4DB5-9959-EBEE4B93739D}" dt="2020-12-15T14:07:53.601" v="10" actId="20577"/>
          <ac:spMkLst>
            <pc:docMk/>
            <pc:sldMk cId="2743108472" sldId="261"/>
            <ac:spMk id="2" creationId="{BE877EDB-42A1-4D7C-9829-5D8A81478253}"/>
          </ac:spMkLst>
        </pc:spChg>
        <pc:spChg chg="mod">
          <ac:chgData name="Sachin  Neupane" userId="S::sachinneupane@samriddhicollege.edu.np::d21c9b6f-0979-4b1c-a91e-ffea27d935d3" providerId="AD" clId="Web-{E7D5670A-B920-4DB5-9959-EBEE4B93739D}" dt="2020-12-15T14:08:04.710" v="13" actId="14100"/>
          <ac:spMkLst>
            <pc:docMk/>
            <pc:sldMk cId="2743108472" sldId="261"/>
            <ac:spMk id="3" creationId="{1EF4F798-87F8-44F7-BE46-C999D0E5FB43}"/>
          </ac:spMkLst>
        </pc:spChg>
      </pc:sldChg>
    </pc:docChg>
  </pc:docChgLst>
  <pc:docChgLst>
    <pc:chgData name="Sachin  Neupane" userId="S::sachinneupane@samriddhicollege.edu.np::d21c9b6f-0979-4b1c-a91e-ffea27d935d3" providerId="AD" clId="Web-{0B02FCA6-A8CD-4C7D-9BA6-E11905FE50A4}"/>
    <pc:docChg chg="modSld">
      <pc:chgData name="Sachin  Neupane" userId="S::sachinneupane@samriddhicollege.edu.np::d21c9b6f-0979-4b1c-a91e-ffea27d935d3" providerId="AD" clId="Web-{0B02FCA6-A8CD-4C7D-9BA6-E11905FE50A4}" dt="2020-12-15T13:59:12.253" v="17" actId="20577"/>
      <pc:docMkLst>
        <pc:docMk/>
      </pc:docMkLst>
      <pc:sldChg chg="modSp">
        <pc:chgData name="Sachin  Neupane" userId="S::sachinneupane@samriddhicollege.edu.np::d21c9b6f-0979-4b1c-a91e-ffea27d935d3" providerId="AD" clId="Web-{0B02FCA6-A8CD-4C7D-9BA6-E11905FE50A4}" dt="2020-12-15T13:59:12.238" v="16" actId="20577"/>
        <pc:sldMkLst>
          <pc:docMk/>
          <pc:sldMk cId="1600824074" sldId="257"/>
        </pc:sldMkLst>
        <pc:spChg chg="mod">
          <ac:chgData name="Sachin  Neupane" userId="S::sachinneupane@samriddhicollege.edu.np::d21c9b6f-0979-4b1c-a91e-ffea27d935d3" providerId="AD" clId="Web-{0B02FCA6-A8CD-4C7D-9BA6-E11905FE50A4}" dt="2020-12-15T13:58:40.360" v="12" actId="14100"/>
          <ac:spMkLst>
            <pc:docMk/>
            <pc:sldMk cId="1600824074" sldId="257"/>
            <ac:spMk id="2" creationId="{BF5516DE-808F-45D9-B888-111C8DACC041}"/>
          </ac:spMkLst>
        </pc:spChg>
        <pc:spChg chg="mod">
          <ac:chgData name="Sachin  Neupane" userId="S::sachinneupane@samriddhicollege.edu.np::d21c9b6f-0979-4b1c-a91e-ffea27d935d3" providerId="AD" clId="Web-{0B02FCA6-A8CD-4C7D-9BA6-E11905FE50A4}" dt="2020-12-15T13:59:12.238" v="16" actId="20577"/>
          <ac:spMkLst>
            <pc:docMk/>
            <pc:sldMk cId="1600824074" sldId="257"/>
            <ac:spMk id="3" creationId="{826BB0F8-A86E-4D0E-B595-537B7B63FAB2}"/>
          </ac:spMkLst>
        </pc:spChg>
      </pc:sldChg>
    </pc:docChg>
  </pc:docChgLst>
  <pc:docChgLst>
    <pc:chgData name="Sachin  Neupane" userId="S::sachinneupane@samriddhicollege.edu.np::d21c9b6f-0979-4b1c-a91e-ffea27d935d3" providerId="AD" clId="Web-{B22CD5FB-9859-4AF9-B657-107E9B7722CA}"/>
    <pc:docChg chg="modSld">
      <pc:chgData name="Sachin  Neupane" userId="S::sachinneupane@samriddhicollege.edu.np::d21c9b6f-0979-4b1c-a91e-ffea27d935d3" providerId="AD" clId="Web-{B22CD5FB-9859-4AF9-B657-107E9B7722CA}" dt="2020-12-15T14:30:41.252" v="23" actId="14100"/>
      <pc:docMkLst>
        <pc:docMk/>
      </pc:docMkLst>
      <pc:sldChg chg="addSp delSp modSp mod setBg setClrOvrMap">
        <pc:chgData name="Sachin  Neupane" userId="S::sachinneupane@samriddhicollege.edu.np::d21c9b6f-0979-4b1c-a91e-ffea27d935d3" providerId="AD" clId="Web-{B22CD5FB-9859-4AF9-B657-107E9B7722CA}" dt="2020-12-15T14:30:41.252" v="23" actId="14100"/>
        <pc:sldMkLst>
          <pc:docMk/>
          <pc:sldMk cId="498283124" sldId="264"/>
        </pc:sldMkLst>
        <pc:spChg chg="mod">
          <ac:chgData name="Sachin  Neupane" userId="S::sachinneupane@samriddhicollege.edu.np::d21c9b6f-0979-4b1c-a91e-ffea27d935d3" providerId="AD" clId="Web-{B22CD5FB-9859-4AF9-B657-107E9B7722CA}" dt="2020-12-15T14:30:15.002" v="21"/>
          <ac:spMkLst>
            <pc:docMk/>
            <pc:sldMk cId="498283124" sldId="264"/>
            <ac:spMk id="2" creationId="{624AC0D1-9CBD-4E14-96E7-638473EEE54D}"/>
          </ac:spMkLst>
        </pc:spChg>
        <pc:spChg chg="mod">
          <ac:chgData name="Sachin  Neupane" userId="S::sachinneupane@samriddhicollege.edu.np::d21c9b6f-0979-4b1c-a91e-ffea27d935d3" providerId="AD" clId="Web-{B22CD5FB-9859-4AF9-B657-107E9B7722CA}" dt="2020-12-15T14:30:41.252" v="23" actId="14100"/>
          <ac:spMkLst>
            <pc:docMk/>
            <pc:sldMk cId="498283124" sldId="264"/>
            <ac:spMk id="3" creationId="{49706D68-F18D-449C-B1AD-B7BF40A47913}"/>
          </ac:spMkLst>
        </pc:spChg>
        <pc:spChg chg="add del">
          <ac:chgData name="Sachin  Neupane" userId="S::sachinneupane@samriddhicollege.edu.np::d21c9b6f-0979-4b1c-a91e-ffea27d935d3" providerId="AD" clId="Web-{B22CD5FB-9859-4AF9-B657-107E9B7722CA}" dt="2020-12-15T14:30:14.987" v="20"/>
          <ac:spMkLst>
            <pc:docMk/>
            <pc:sldMk cId="498283124" sldId="264"/>
            <ac:spMk id="6" creationId="{F13C74B1-5B17-4795-BED0-7140497B445A}"/>
          </ac:spMkLst>
        </pc:spChg>
        <pc:spChg chg="add del">
          <ac:chgData name="Sachin  Neupane" userId="S::sachinneupane@samriddhicollege.edu.np::d21c9b6f-0979-4b1c-a91e-ffea27d935d3" providerId="AD" clId="Web-{B22CD5FB-9859-4AF9-B657-107E9B7722CA}" dt="2020-12-15T14:30:14.987" v="20"/>
          <ac:spMkLst>
            <pc:docMk/>
            <pc:sldMk cId="498283124" sldId="264"/>
            <ac:spMk id="7" creationId="{3FCFB1DE-0B7E-48CC-BA90-B2AB0889F9D6}"/>
          </ac:spMkLst>
        </pc:spChg>
        <pc:spChg chg="add del">
          <ac:chgData name="Sachin  Neupane" userId="S::sachinneupane@samriddhicollege.edu.np::d21c9b6f-0979-4b1c-a91e-ffea27d935d3" providerId="AD" clId="Web-{B22CD5FB-9859-4AF9-B657-107E9B7722CA}" dt="2020-12-15T14:29:59.502" v="18"/>
          <ac:spMkLst>
            <pc:docMk/>
            <pc:sldMk cId="498283124" sldId="264"/>
            <ac:spMk id="9" creationId="{B72DE4C0-EE12-4CAC-98CF-A89349319A3F}"/>
          </ac:spMkLst>
        </pc:spChg>
        <pc:spChg chg="add">
          <ac:chgData name="Sachin  Neupane" userId="S::sachinneupane@samriddhicollege.edu.np::d21c9b6f-0979-4b1c-a91e-ffea27d935d3" providerId="AD" clId="Web-{B22CD5FB-9859-4AF9-B657-107E9B7722CA}" dt="2020-12-15T14:30:15.002" v="21"/>
          <ac:spMkLst>
            <pc:docMk/>
            <pc:sldMk cId="498283124" sldId="264"/>
            <ac:spMk id="10" creationId="{DB17E863-922E-4C26-BD64-E8FD41D28661}"/>
          </ac:spMkLst>
        </pc:spChg>
        <pc:spChg chg="add del">
          <ac:chgData name="Sachin  Neupane" userId="S::sachinneupane@samriddhicollege.edu.np::d21c9b6f-0979-4b1c-a91e-ffea27d935d3" providerId="AD" clId="Web-{B22CD5FB-9859-4AF9-B657-107E9B7722CA}" dt="2020-12-15T14:29:59.502" v="18"/>
          <ac:spMkLst>
            <pc:docMk/>
            <pc:sldMk cId="498283124" sldId="264"/>
            <ac:spMk id="11" creationId="{029CF03F-5E6E-4B23-89A5-81548BA4C635}"/>
          </ac:spMkLst>
        </pc:spChg>
        <pc:spChg chg="add">
          <ac:chgData name="Sachin  Neupane" userId="S::sachinneupane@samriddhicollege.edu.np::d21c9b6f-0979-4b1c-a91e-ffea27d935d3" providerId="AD" clId="Web-{B22CD5FB-9859-4AF9-B657-107E9B7722CA}" dt="2020-12-15T14:30:15.002" v="21"/>
          <ac:spMkLst>
            <pc:docMk/>
            <pc:sldMk cId="498283124" sldId="264"/>
            <ac:spMk id="12" creationId="{100EDD19-6802-4EC3-95CE-CFFAB042CFD6}"/>
          </ac:spMkLst>
        </pc:spChg>
        <pc:spChg chg="add del">
          <ac:chgData name="Sachin  Neupane" userId="S::sachinneupane@samriddhicollege.edu.np::d21c9b6f-0979-4b1c-a91e-ffea27d935d3" providerId="AD" clId="Web-{B22CD5FB-9859-4AF9-B657-107E9B7722CA}" dt="2020-12-15T14:29:59.502" v="18"/>
          <ac:spMkLst>
            <pc:docMk/>
            <pc:sldMk cId="498283124" sldId="264"/>
            <ac:spMk id="13" creationId="{3FCFB1DE-0B7E-48CC-BA90-B2AB0889F9D6}"/>
          </ac:spMkLst>
        </pc:spChg>
        <pc:picChg chg="add del">
          <ac:chgData name="Sachin  Neupane" userId="S::sachinneupane@samriddhicollege.edu.np::d21c9b6f-0979-4b1c-a91e-ffea27d935d3" providerId="AD" clId="Web-{B22CD5FB-9859-4AF9-B657-107E9B7722CA}" dt="2020-12-15T14:29:59.502" v="18"/>
          <ac:picMkLst>
            <pc:docMk/>
            <pc:sldMk cId="498283124" sldId="264"/>
            <ac:picMk id="5" creationId="{7EEBD302-198F-4873-A0E0-C94F6D4E9097}"/>
          </ac:picMkLst>
        </pc:picChg>
        <pc:picChg chg="add del">
          <ac:chgData name="Sachin  Neupane" userId="S::sachinneupane@samriddhicollege.edu.np::d21c9b6f-0979-4b1c-a91e-ffea27d935d3" providerId="AD" clId="Web-{B22CD5FB-9859-4AF9-B657-107E9B7722CA}" dt="2020-12-15T14:30:14.987" v="20"/>
          <ac:picMkLst>
            <pc:docMk/>
            <pc:sldMk cId="498283124" sldId="264"/>
            <ac:picMk id="8" creationId="{52090C1E-AE23-47B0-A03E-175E8A503D2D}"/>
          </ac:picMkLst>
        </pc:picChg>
      </pc:sldChg>
    </pc:docChg>
  </pc:docChgLst>
  <pc:docChgLst>
    <pc:chgData name="Sachin  Neupane" userId="S::sachinneupane@samriddhicollege.edu.np::d21c9b6f-0979-4b1c-a91e-ffea27d935d3" providerId="AD" clId="Web-{AF1191BD-2A5C-4674-A0E7-99670A436AB0}"/>
    <pc:docChg chg="modSld">
      <pc:chgData name="Sachin  Neupane" userId="S::sachinneupane@samriddhicollege.edu.np::d21c9b6f-0979-4b1c-a91e-ffea27d935d3" providerId="AD" clId="Web-{AF1191BD-2A5C-4674-A0E7-99670A436AB0}" dt="2020-12-15T14:27:32.478" v="4" actId="14100"/>
      <pc:docMkLst>
        <pc:docMk/>
      </pc:docMkLst>
      <pc:sldChg chg="addSp delSp modSp">
        <pc:chgData name="Sachin  Neupane" userId="S::sachinneupane@samriddhicollege.edu.np::d21c9b6f-0979-4b1c-a91e-ffea27d935d3" providerId="AD" clId="Web-{AF1191BD-2A5C-4674-A0E7-99670A436AB0}" dt="2020-12-15T14:27:32.478" v="4" actId="14100"/>
        <pc:sldMkLst>
          <pc:docMk/>
          <pc:sldMk cId="1230354310" sldId="263"/>
        </pc:sldMkLst>
        <pc:spChg chg="del">
          <ac:chgData name="Sachin  Neupane" userId="S::sachinneupane@samriddhicollege.edu.np::d21c9b6f-0979-4b1c-a91e-ffea27d935d3" providerId="AD" clId="Web-{AF1191BD-2A5C-4674-A0E7-99670A436AB0}" dt="2020-12-15T14:27:10.415" v="0"/>
          <ac:spMkLst>
            <pc:docMk/>
            <pc:sldMk cId="1230354310" sldId="263"/>
            <ac:spMk id="3" creationId="{D7A62A41-5E32-4738-AF92-0763A0EF7260}"/>
          </ac:spMkLst>
        </pc:spChg>
        <pc:picChg chg="add mod ord">
          <ac:chgData name="Sachin  Neupane" userId="S::sachinneupane@samriddhicollege.edu.np::d21c9b6f-0979-4b1c-a91e-ffea27d935d3" providerId="AD" clId="Web-{AF1191BD-2A5C-4674-A0E7-99670A436AB0}" dt="2020-12-15T14:27:32.478" v="4" actId="14100"/>
          <ac:picMkLst>
            <pc:docMk/>
            <pc:sldMk cId="1230354310" sldId="263"/>
            <ac:picMk id="4" creationId="{3CC6AB67-5624-46E3-ABBE-87FD926B0582}"/>
          </ac:picMkLst>
        </pc:picChg>
      </pc:sldChg>
    </pc:docChg>
  </pc:docChgLst>
  <pc:docChgLst>
    <pc:chgData name="Sachin  Neupane" userId="S::sachinneupane@samriddhicollege.edu.np::d21c9b6f-0979-4b1c-a91e-ffea27d935d3" providerId="AD" clId="Web-{ABA91314-32F0-43F4-9629-9370B61A237C}"/>
    <pc:docChg chg="modSld">
      <pc:chgData name="Sachin  Neupane" userId="S::sachinneupane@samriddhicollege.edu.np::d21c9b6f-0979-4b1c-a91e-ffea27d935d3" providerId="AD" clId="Web-{ABA91314-32F0-43F4-9629-9370B61A237C}" dt="2020-12-15T14:01:47.851" v="37" actId="20577"/>
      <pc:docMkLst>
        <pc:docMk/>
      </pc:docMkLst>
      <pc:sldChg chg="modSp">
        <pc:chgData name="Sachin  Neupane" userId="S::sachinneupane@samriddhicollege.edu.np::d21c9b6f-0979-4b1c-a91e-ffea27d935d3" providerId="AD" clId="Web-{ABA91314-32F0-43F4-9629-9370B61A237C}" dt="2020-12-15T14:01:47.851" v="36" actId="20577"/>
        <pc:sldMkLst>
          <pc:docMk/>
          <pc:sldMk cId="3655251614" sldId="258"/>
        </pc:sldMkLst>
        <pc:spChg chg="mod">
          <ac:chgData name="Sachin  Neupane" userId="S::sachinneupane@samriddhicollege.edu.np::d21c9b6f-0979-4b1c-a91e-ffea27d935d3" providerId="AD" clId="Web-{ABA91314-32F0-43F4-9629-9370B61A237C}" dt="2020-12-15T14:01:12.194" v="26" actId="14100"/>
          <ac:spMkLst>
            <pc:docMk/>
            <pc:sldMk cId="3655251614" sldId="258"/>
            <ac:spMk id="2" creationId="{7873316E-6EC1-4806-B401-640CA409D5AA}"/>
          </ac:spMkLst>
        </pc:spChg>
        <pc:spChg chg="mod">
          <ac:chgData name="Sachin  Neupane" userId="S::sachinneupane@samriddhicollege.edu.np::d21c9b6f-0979-4b1c-a91e-ffea27d935d3" providerId="AD" clId="Web-{ABA91314-32F0-43F4-9629-9370B61A237C}" dt="2020-12-15T14:01:47.851" v="36" actId="20577"/>
          <ac:spMkLst>
            <pc:docMk/>
            <pc:sldMk cId="3655251614" sldId="258"/>
            <ac:spMk id="3" creationId="{C7C7E217-49BD-4693-AB01-977A919A4219}"/>
          </ac:spMkLst>
        </pc:spChg>
      </pc:sldChg>
    </pc:docChg>
  </pc:docChgLst>
  <pc:docChgLst>
    <pc:chgData name="Sachin  Neupane" userId="S::sachinneupane@samriddhicollege.edu.np::d21c9b6f-0979-4b1c-a91e-ffea27d935d3" providerId="AD" clId="Web-{CA016895-0B50-46CE-BFE4-38ABE72E7EE9}"/>
    <pc:docChg chg="modSld">
      <pc:chgData name="Sachin  Neupane" userId="S::sachinneupane@samriddhicollege.edu.np::d21c9b6f-0979-4b1c-a91e-ffea27d935d3" providerId="AD" clId="Web-{CA016895-0B50-46CE-BFE4-38ABE72E7EE9}" dt="2020-12-15T14:22:29.428" v="42" actId="20577"/>
      <pc:docMkLst>
        <pc:docMk/>
      </pc:docMkLst>
      <pc:sldChg chg="modSp">
        <pc:chgData name="Sachin  Neupane" userId="S::sachinneupane@samriddhicollege.edu.np::d21c9b6f-0979-4b1c-a91e-ffea27d935d3" providerId="AD" clId="Web-{CA016895-0B50-46CE-BFE4-38ABE72E7EE9}" dt="2020-12-15T14:22:29.428" v="41" actId="20577"/>
        <pc:sldMkLst>
          <pc:docMk/>
          <pc:sldMk cId="632421296" sldId="262"/>
        </pc:sldMkLst>
        <pc:spChg chg="mod">
          <ac:chgData name="Sachin  Neupane" userId="S::sachinneupane@samriddhicollege.edu.np::d21c9b6f-0979-4b1c-a91e-ffea27d935d3" providerId="AD" clId="Web-{CA016895-0B50-46CE-BFE4-38ABE72E7EE9}" dt="2020-12-15T14:22:29.428" v="41" actId="20577"/>
          <ac:spMkLst>
            <pc:docMk/>
            <pc:sldMk cId="632421296" sldId="262"/>
            <ac:spMk id="2" creationId="{E3464596-410C-46B0-8989-A319AA2D03E2}"/>
          </ac:spMkLst>
        </pc:spChg>
      </pc:sldChg>
      <pc:sldChg chg="modSp">
        <pc:chgData name="Sachin  Neupane" userId="S::sachinneupane@samriddhicollege.edu.np::d21c9b6f-0979-4b1c-a91e-ffea27d935d3" providerId="AD" clId="Web-{CA016895-0B50-46CE-BFE4-38ABE72E7EE9}" dt="2020-12-15T14:22:26.412" v="39" actId="20577"/>
        <pc:sldMkLst>
          <pc:docMk/>
          <pc:sldMk cId="827579386" sldId="266"/>
        </pc:sldMkLst>
        <pc:spChg chg="mod">
          <ac:chgData name="Sachin  Neupane" userId="S::sachinneupane@samriddhicollege.edu.np::d21c9b6f-0979-4b1c-a91e-ffea27d935d3" providerId="AD" clId="Web-{CA016895-0B50-46CE-BFE4-38ABE72E7EE9}" dt="2020-12-15T14:22:26.412" v="39" actId="20577"/>
          <ac:spMkLst>
            <pc:docMk/>
            <pc:sldMk cId="827579386" sldId="266"/>
            <ac:spMk id="2" creationId="{A840DF26-5AC7-473C-B400-29B6B9467904}"/>
          </ac:spMkLst>
        </pc:spChg>
        <pc:spChg chg="mod">
          <ac:chgData name="Sachin  Neupane" userId="S::sachinneupane@samriddhicollege.edu.np::d21c9b6f-0979-4b1c-a91e-ffea27d935d3" providerId="AD" clId="Web-{CA016895-0B50-46CE-BFE4-38ABE72E7EE9}" dt="2020-12-15T14:22:07.646" v="36" actId="14100"/>
          <ac:spMkLst>
            <pc:docMk/>
            <pc:sldMk cId="827579386" sldId="266"/>
            <ac:spMk id="3" creationId="{1D664A52-744D-435A-B9AF-DB53C3323A78}"/>
          </ac:spMkLst>
        </pc:spChg>
      </pc:sldChg>
      <pc:sldChg chg="modSp">
        <pc:chgData name="Sachin  Neupane" userId="S::sachinneupane@samriddhicollege.edu.np::d21c9b6f-0979-4b1c-a91e-ffea27d935d3" providerId="AD" clId="Web-{CA016895-0B50-46CE-BFE4-38ABE72E7EE9}" dt="2020-12-15T14:21:59.583" v="28" actId="20577"/>
        <pc:sldMkLst>
          <pc:docMk/>
          <pc:sldMk cId="215388170" sldId="267"/>
        </pc:sldMkLst>
        <pc:spChg chg="mod">
          <ac:chgData name="Sachin  Neupane" userId="S::sachinneupane@samriddhicollege.edu.np::d21c9b6f-0979-4b1c-a91e-ffea27d935d3" providerId="AD" clId="Web-{CA016895-0B50-46CE-BFE4-38ABE72E7EE9}" dt="2020-12-15T14:21:37.754" v="14" actId="20577"/>
          <ac:spMkLst>
            <pc:docMk/>
            <pc:sldMk cId="215388170" sldId="267"/>
            <ac:spMk id="2" creationId="{17985ED1-3456-4545-97DF-350A5186CD5D}"/>
          </ac:spMkLst>
        </pc:spChg>
        <pc:spChg chg="mod">
          <ac:chgData name="Sachin  Neupane" userId="S::sachinneupane@samriddhicollege.edu.np::d21c9b6f-0979-4b1c-a91e-ffea27d935d3" providerId="AD" clId="Web-{CA016895-0B50-46CE-BFE4-38ABE72E7EE9}" dt="2020-12-15T14:21:59.583" v="28" actId="20577"/>
          <ac:spMkLst>
            <pc:docMk/>
            <pc:sldMk cId="215388170" sldId="267"/>
            <ac:spMk id="3" creationId="{B951FAA5-A5EE-48FF-9BF5-6A3DF9635393}"/>
          </ac:spMkLst>
        </pc:spChg>
      </pc:sldChg>
    </pc:docChg>
  </pc:docChgLst>
  <pc:docChgLst>
    <pc:chgData name="Sachin  Neupane" userId="S::sachinneupane@samriddhicollege.edu.np::d21c9b6f-0979-4b1c-a91e-ffea27d935d3" providerId="AD" clId="Web-{63DD3A5C-75D4-444C-B899-19E850FBBAF4}"/>
    <pc:docChg chg="addSld delSld modSld">
      <pc:chgData name="Sachin  Neupane" userId="S::sachinneupane@samriddhicollege.edu.np::d21c9b6f-0979-4b1c-a91e-ffea27d935d3" providerId="AD" clId="Web-{63DD3A5C-75D4-444C-B899-19E850FBBAF4}" dt="2020-12-15T14:14:04.378" v="18"/>
      <pc:docMkLst>
        <pc:docMk/>
      </pc:docMkLst>
      <pc:sldChg chg="addSp modSp del">
        <pc:chgData name="Sachin  Neupane" userId="S::sachinneupane@samriddhicollege.edu.np::d21c9b6f-0979-4b1c-a91e-ffea27d935d3" providerId="AD" clId="Web-{63DD3A5C-75D4-444C-B899-19E850FBBAF4}" dt="2020-12-15T14:13:01.315" v="10"/>
        <pc:sldMkLst>
          <pc:docMk/>
          <pc:sldMk cId="2172165020" sldId="260"/>
        </pc:sldMkLst>
        <pc:spChg chg="add mod">
          <ac:chgData name="Sachin  Neupane" userId="S::sachinneupane@samriddhicollege.edu.np::d21c9b6f-0979-4b1c-a91e-ffea27d935d3" providerId="AD" clId="Web-{63DD3A5C-75D4-444C-B899-19E850FBBAF4}" dt="2020-12-15T14:12:06.704" v="2"/>
          <ac:spMkLst>
            <pc:docMk/>
            <pc:sldMk cId="2172165020" sldId="260"/>
            <ac:spMk id="6" creationId="{3BDF10C0-04EE-4B78-AD0F-DC820DB26BC0}"/>
          </ac:spMkLst>
        </pc:spChg>
        <pc:graphicFrameChg chg="add mod">
          <ac:chgData name="Sachin  Neupane" userId="S::sachinneupane@samriddhicollege.edu.np::d21c9b6f-0979-4b1c-a91e-ffea27d935d3" providerId="AD" clId="Web-{63DD3A5C-75D4-444C-B899-19E850FBBAF4}" dt="2020-12-15T14:12:06.689" v="0"/>
          <ac:graphicFrameMkLst>
            <pc:docMk/>
            <pc:sldMk cId="2172165020" sldId="260"/>
            <ac:graphicFrameMk id="5" creationId="{F1201832-D121-4D91-A1E7-B1FF3FFAD06D}"/>
          </ac:graphicFrameMkLst>
        </pc:graphicFrameChg>
      </pc:sldChg>
      <pc:sldChg chg="new">
        <pc:chgData name="Sachin  Neupane" userId="S::sachinneupane@samriddhicollege.edu.np::d21c9b6f-0979-4b1c-a91e-ffea27d935d3" providerId="AD" clId="Web-{63DD3A5C-75D4-444C-B899-19E850FBBAF4}" dt="2020-12-15T14:14:04.378" v="18"/>
        <pc:sldMkLst>
          <pc:docMk/>
          <pc:sldMk cId="827579386" sldId="266"/>
        </pc:sldMkLst>
      </pc:sldChg>
      <pc:sldChg chg="addSp delSp modSp new del">
        <pc:chgData name="Sachin  Neupane" userId="S::sachinneupane@samriddhicollege.edu.np::d21c9b6f-0979-4b1c-a91e-ffea27d935d3" providerId="AD" clId="Web-{63DD3A5C-75D4-444C-B899-19E850FBBAF4}" dt="2020-12-15T14:14:04.363" v="17"/>
        <pc:sldMkLst>
          <pc:docMk/>
          <pc:sldMk cId="1209078646" sldId="266"/>
        </pc:sldMkLst>
        <pc:spChg chg="mod">
          <ac:chgData name="Sachin  Neupane" userId="S::sachinneupane@samriddhicollege.edu.np::d21c9b6f-0979-4b1c-a91e-ffea27d935d3" providerId="AD" clId="Web-{63DD3A5C-75D4-444C-B899-19E850FBBAF4}" dt="2020-12-15T14:14:04.316" v="15" actId="20577"/>
          <ac:spMkLst>
            <pc:docMk/>
            <pc:sldMk cId="1209078646" sldId="266"/>
            <ac:spMk id="2" creationId="{8850B939-62F3-4AC1-85F5-F03C3360149A}"/>
          </ac:spMkLst>
        </pc:spChg>
        <pc:spChg chg="del mod">
          <ac:chgData name="Sachin  Neupane" userId="S::sachinneupane@samriddhicollege.edu.np::d21c9b6f-0979-4b1c-a91e-ffea27d935d3" providerId="AD" clId="Web-{63DD3A5C-75D4-444C-B899-19E850FBBAF4}" dt="2020-12-15T14:12:52.658" v="7"/>
          <ac:spMkLst>
            <pc:docMk/>
            <pc:sldMk cId="1209078646" sldId="266"/>
            <ac:spMk id="3" creationId="{8F036164-7DBC-4445-8226-C9339E381937}"/>
          </ac:spMkLst>
        </pc:spChg>
        <pc:spChg chg="add mod">
          <ac:chgData name="Sachin  Neupane" userId="S::sachinneupane@samriddhicollege.edu.np::d21c9b6f-0979-4b1c-a91e-ffea27d935d3" providerId="AD" clId="Web-{63DD3A5C-75D4-444C-B899-19E850FBBAF4}" dt="2020-12-15T14:12:52.658" v="9"/>
          <ac:spMkLst>
            <pc:docMk/>
            <pc:sldMk cId="1209078646" sldId="266"/>
            <ac:spMk id="6" creationId="{EA48FF5B-9FFF-4242-9D5A-F6A4D2832FEE}"/>
          </ac:spMkLst>
        </pc:spChg>
        <pc:graphicFrameChg chg="add mod ord modGraphic">
          <ac:chgData name="Sachin  Neupane" userId="S::sachinneupane@samriddhicollege.edu.np::d21c9b6f-0979-4b1c-a91e-ffea27d935d3" providerId="AD" clId="Web-{63DD3A5C-75D4-444C-B899-19E850FBBAF4}" dt="2020-12-15T14:14:04.285" v="14"/>
          <ac:graphicFrameMkLst>
            <pc:docMk/>
            <pc:sldMk cId="1209078646" sldId="266"/>
            <ac:graphicFrameMk id="5" creationId="{48A3C4C7-E286-49BB-AACE-CA23C1A83C5A}"/>
          </ac:graphicFrameMkLst>
        </pc:graphicFrameChg>
      </pc:sldChg>
    </pc:docChg>
  </pc:docChgLst>
  <pc:docChgLst>
    <pc:chgData name="Sachin  Neupane" userId="S::sachinneupane@samriddhicollege.edu.np::d21c9b6f-0979-4b1c-a91e-ffea27d935d3" providerId="AD" clId="Web-{546A9537-B38E-4F8D-8633-8F3BA8D222E3}"/>
    <pc:docChg chg="modSld">
      <pc:chgData name="Sachin  Neupane" userId="S::sachinneupane@samriddhicollege.edu.np::d21c9b6f-0979-4b1c-a91e-ffea27d935d3" providerId="AD" clId="Web-{546A9537-B38E-4F8D-8633-8F3BA8D222E3}" dt="2020-12-15T14:05:36.829" v="23" actId="20577"/>
      <pc:docMkLst>
        <pc:docMk/>
      </pc:docMkLst>
      <pc:sldChg chg="modSp">
        <pc:chgData name="Sachin  Neupane" userId="S::sachinneupane@samriddhicollege.edu.np::d21c9b6f-0979-4b1c-a91e-ffea27d935d3" providerId="AD" clId="Web-{546A9537-B38E-4F8D-8633-8F3BA8D222E3}" dt="2020-12-15T14:05:36.829" v="22" actId="20577"/>
        <pc:sldMkLst>
          <pc:docMk/>
          <pc:sldMk cId="1664890478" sldId="259"/>
        </pc:sldMkLst>
        <pc:spChg chg="mod">
          <ac:chgData name="Sachin  Neupane" userId="S::sachinneupane@samriddhicollege.edu.np::d21c9b6f-0979-4b1c-a91e-ffea27d935d3" providerId="AD" clId="Web-{546A9537-B38E-4F8D-8633-8F3BA8D222E3}" dt="2020-12-15T14:05:21.595" v="14" actId="20577"/>
          <ac:spMkLst>
            <pc:docMk/>
            <pc:sldMk cId="1664890478" sldId="259"/>
            <ac:spMk id="2" creationId="{3E0188E4-8F56-4276-8CB0-3C3453E54CAD}"/>
          </ac:spMkLst>
        </pc:spChg>
        <pc:spChg chg="mod">
          <ac:chgData name="Sachin  Neupane" userId="S::sachinneupane@samriddhicollege.edu.np::d21c9b6f-0979-4b1c-a91e-ffea27d935d3" providerId="AD" clId="Web-{546A9537-B38E-4F8D-8633-8F3BA8D222E3}" dt="2020-12-15T14:05:36.829" v="22" actId="20577"/>
          <ac:spMkLst>
            <pc:docMk/>
            <pc:sldMk cId="1664890478" sldId="259"/>
            <ac:spMk id="3" creationId="{4440FD63-1434-4EC1-BA1A-52A0B315E4A4}"/>
          </ac:spMkLst>
        </pc:spChg>
      </pc:sldChg>
    </pc:docChg>
  </pc:docChgLst>
  <pc:docChgLst>
    <pc:chgData name="Sachin  Neupane" userId="S::sachinneupane@samriddhicollege.edu.np::d21c9b6f-0979-4b1c-a91e-ffea27d935d3" providerId="AD" clId="Web-{6FBC5152-E6FF-44D9-B482-4FC243E95AA6}"/>
    <pc:docChg chg="modSld">
      <pc:chgData name="Sachin  Neupane" userId="S::sachinneupane@samriddhicollege.edu.np::d21c9b6f-0979-4b1c-a91e-ffea27d935d3" providerId="AD" clId="Web-{6FBC5152-E6FF-44D9-B482-4FC243E95AA6}" dt="2020-12-15T14:41:50.001" v="21" actId="14100"/>
      <pc:docMkLst>
        <pc:docMk/>
      </pc:docMkLst>
      <pc:sldChg chg="modSp">
        <pc:chgData name="Sachin  Neupane" userId="S::sachinneupane@samriddhicollege.edu.np::d21c9b6f-0979-4b1c-a91e-ffea27d935d3" providerId="AD" clId="Web-{6FBC5152-E6FF-44D9-B482-4FC243E95AA6}" dt="2020-12-15T14:41:50.001" v="21" actId="14100"/>
        <pc:sldMkLst>
          <pc:docMk/>
          <pc:sldMk cId="2608361922" sldId="269"/>
        </pc:sldMkLst>
        <pc:spChg chg="mod">
          <ac:chgData name="Sachin  Neupane" userId="S::sachinneupane@samriddhicollege.edu.np::d21c9b6f-0979-4b1c-a91e-ffea27d935d3" providerId="AD" clId="Web-{6FBC5152-E6FF-44D9-B482-4FC243E95AA6}" dt="2020-12-15T14:41:35.594" v="19" actId="14100"/>
          <ac:spMkLst>
            <pc:docMk/>
            <pc:sldMk cId="2608361922" sldId="269"/>
            <ac:spMk id="2" creationId="{62B298E3-AF96-47EB-91EC-9D4678AA2D64}"/>
          </ac:spMkLst>
        </pc:spChg>
        <pc:spChg chg="mod">
          <ac:chgData name="Sachin  Neupane" userId="S::sachinneupane@samriddhicollege.edu.np::d21c9b6f-0979-4b1c-a91e-ffea27d935d3" providerId="AD" clId="Web-{6FBC5152-E6FF-44D9-B482-4FC243E95AA6}" dt="2020-12-15T14:41:50.001" v="21" actId="14100"/>
          <ac:spMkLst>
            <pc:docMk/>
            <pc:sldMk cId="2608361922" sldId="269"/>
            <ac:spMk id="3" creationId="{829B642E-7B66-496F-A7FE-E09D894CDC0E}"/>
          </ac:spMkLst>
        </pc:spChg>
      </pc:sldChg>
    </pc:docChg>
  </pc:docChgLst>
  <pc:docChgLst>
    <pc:chgData name="Sachin  Neupane" userId="S::sachinneupane@samriddhicollege.edu.np::d21c9b6f-0979-4b1c-a91e-ffea27d935d3" providerId="AD" clId="Web-{B3466332-2EAE-4AD7-8F6C-8D30A2FBFB5F}"/>
    <pc:docChg chg="addSld modSld">
      <pc:chgData name="Sachin  Neupane" userId="S::sachinneupane@samriddhicollege.edu.np::d21c9b6f-0979-4b1c-a91e-ffea27d935d3" providerId="AD" clId="Web-{B3466332-2EAE-4AD7-8F6C-8D30A2FBFB5F}" dt="2020-12-15T14:33:53.401" v="33"/>
      <pc:docMkLst>
        <pc:docMk/>
      </pc:docMkLst>
      <pc:sldChg chg="modSp">
        <pc:chgData name="Sachin  Neupane" userId="S::sachinneupane@samriddhicollege.edu.np::d21c9b6f-0979-4b1c-a91e-ffea27d935d3" providerId="AD" clId="Web-{B3466332-2EAE-4AD7-8F6C-8D30A2FBFB5F}" dt="2020-12-15T14:33:29.823" v="29" actId="14100"/>
        <pc:sldMkLst>
          <pc:docMk/>
          <pc:sldMk cId="1124148982" sldId="265"/>
        </pc:sldMkLst>
        <pc:spChg chg="mod">
          <ac:chgData name="Sachin  Neupane" userId="S::sachinneupane@samriddhicollege.edu.np::d21c9b6f-0979-4b1c-a91e-ffea27d935d3" providerId="AD" clId="Web-{B3466332-2EAE-4AD7-8F6C-8D30A2FBFB5F}" dt="2020-12-15T14:33:09.385" v="19" actId="14100"/>
          <ac:spMkLst>
            <pc:docMk/>
            <pc:sldMk cId="1124148982" sldId="265"/>
            <ac:spMk id="2" creationId="{0AA964B7-6A98-4285-A910-C3D3755FBFAB}"/>
          </ac:spMkLst>
        </pc:spChg>
        <pc:spChg chg="mod">
          <ac:chgData name="Sachin  Neupane" userId="S::sachinneupane@samriddhicollege.edu.np::d21c9b6f-0979-4b1c-a91e-ffea27d935d3" providerId="AD" clId="Web-{B3466332-2EAE-4AD7-8F6C-8D30A2FBFB5F}" dt="2020-12-15T14:33:29.823" v="29" actId="14100"/>
          <ac:spMkLst>
            <pc:docMk/>
            <pc:sldMk cId="1124148982" sldId="265"/>
            <ac:spMk id="3" creationId="{39421469-F5C9-49E9-BEB0-945DB4777FE1}"/>
          </ac:spMkLst>
        </pc:spChg>
      </pc:sldChg>
      <pc:sldChg chg="new">
        <pc:chgData name="Sachin  Neupane" userId="S::sachinneupane@samriddhicollege.edu.np::d21c9b6f-0979-4b1c-a91e-ffea27d935d3" providerId="AD" clId="Web-{B3466332-2EAE-4AD7-8F6C-8D30A2FBFB5F}" dt="2020-12-15T14:33:41.682" v="30"/>
        <pc:sldMkLst>
          <pc:docMk/>
          <pc:sldMk cId="2608361922" sldId="269"/>
        </pc:sldMkLst>
      </pc:sldChg>
      <pc:sldChg chg="new">
        <pc:chgData name="Sachin  Neupane" userId="S::sachinneupane@samriddhicollege.edu.np::d21c9b6f-0979-4b1c-a91e-ffea27d935d3" providerId="AD" clId="Web-{B3466332-2EAE-4AD7-8F6C-8D30A2FBFB5F}" dt="2020-12-15T14:33:45.448" v="31"/>
        <pc:sldMkLst>
          <pc:docMk/>
          <pc:sldMk cId="1790797784" sldId="270"/>
        </pc:sldMkLst>
      </pc:sldChg>
      <pc:sldChg chg="new">
        <pc:chgData name="Sachin  Neupane" userId="S::sachinneupane@samriddhicollege.edu.np::d21c9b6f-0979-4b1c-a91e-ffea27d935d3" providerId="AD" clId="Web-{B3466332-2EAE-4AD7-8F6C-8D30A2FBFB5F}" dt="2020-12-15T14:33:48.807" v="32"/>
        <pc:sldMkLst>
          <pc:docMk/>
          <pc:sldMk cId="2923538416" sldId="271"/>
        </pc:sldMkLst>
      </pc:sldChg>
      <pc:sldChg chg="new">
        <pc:chgData name="Sachin  Neupane" userId="S::sachinneupane@samriddhicollege.edu.np::d21c9b6f-0979-4b1c-a91e-ffea27d935d3" providerId="AD" clId="Web-{B3466332-2EAE-4AD7-8F6C-8D30A2FBFB5F}" dt="2020-12-15T14:33:53.401" v="33"/>
        <pc:sldMkLst>
          <pc:docMk/>
          <pc:sldMk cId="3774254174" sldId="272"/>
        </pc:sldMkLst>
      </pc:sldChg>
    </pc:docChg>
  </pc:docChgLst>
  <pc:docChgLst>
    <pc:chgData name="Sachin  Neupane" userId="S::sachinneupane@samriddhicollege.edu.np::d21c9b6f-0979-4b1c-a91e-ffea27d935d3" providerId="AD" clId="Web-{0B6B170E-9BF3-47D6-AC36-F7946D9E4FB3}"/>
    <pc:docChg chg="addSld modSld addMainMaster delMainMaster">
      <pc:chgData name="Sachin  Neupane" userId="S::sachinneupane@samriddhicollege.edu.np::d21c9b6f-0979-4b1c-a91e-ffea27d935d3" providerId="AD" clId="Web-{0B6B170E-9BF3-47D6-AC36-F7946D9E4FB3}" dt="2020-12-15T11:05:19.919" v="56" actId="14100"/>
      <pc:docMkLst>
        <pc:docMk/>
      </pc:docMkLst>
      <pc:sldChg chg="addSp delSp modSp mod setBg modClrScheme setClrOvrMap chgLayout">
        <pc:chgData name="Sachin  Neupane" userId="S::sachinneupane@samriddhicollege.edu.np::d21c9b6f-0979-4b1c-a91e-ffea27d935d3" providerId="AD" clId="Web-{0B6B170E-9BF3-47D6-AC36-F7946D9E4FB3}" dt="2020-12-15T11:03:24.792" v="27" actId="20577"/>
        <pc:sldMkLst>
          <pc:docMk/>
          <pc:sldMk cId="109857222" sldId="256"/>
        </pc:sldMkLst>
        <pc:spChg chg="mod">
          <ac:chgData name="Sachin  Neupane" userId="S::sachinneupane@samriddhicollege.edu.np::d21c9b6f-0979-4b1c-a91e-ffea27d935d3" providerId="AD" clId="Web-{0B6B170E-9BF3-47D6-AC36-F7946D9E4FB3}" dt="2020-12-15T11:03:17.463" v="18"/>
          <ac:spMkLst>
            <pc:docMk/>
            <pc:sldMk cId="109857222" sldId="256"/>
            <ac:spMk id="2" creationId="{00000000-0000-0000-0000-000000000000}"/>
          </ac:spMkLst>
        </pc:spChg>
        <pc:spChg chg="mod">
          <ac:chgData name="Sachin  Neupane" userId="S::sachinneupane@samriddhicollege.edu.np::d21c9b6f-0979-4b1c-a91e-ffea27d935d3" providerId="AD" clId="Web-{0B6B170E-9BF3-47D6-AC36-F7946D9E4FB3}" dt="2020-12-15T11:03:24.792" v="27" actId="20577"/>
          <ac:spMkLst>
            <pc:docMk/>
            <pc:sldMk cId="109857222" sldId="256"/>
            <ac:spMk id="3" creationId="{00000000-0000-0000-0000-000000000000}"/>
          </ac:spMkLst>
        </pc:spChg>
        <pc:spChg chg="add del">
          <ac:chgData name="Sachin  Neupane" userId="S::sachinneupane@samriddhicollege.edu.np::d21c9b6f-0979-4b1c-a91e-ffea27d935d3" providerId="AD" clId="Web-{0B6B170E-9BF3-47D6-AC36-F7946D9E4FB3}" dt="2020-12-15T11:03:17.463" v="18"/>
          <ac:spMkLst>
            <pc:docMk/>
            <pc:sldMk cId="109857222" sldId="256"/>
            <ac:spMk id="8" creationId="{A134706B-150F-487B-B4FB-34C10219C72F}"/>
          </ac:spMkLst>
        </pc:spChg>
        <pc:spChg chg="add del">
          <ac:chgData name="Sachin  Neupane" userId="S::sachinneupane@samriddhicollege.edu.np::d21c9b6f-0979-4b1c-a91e-ffea27d935d3" providerId="AD" clId="Web-{0B6B170E-9BF3-47D6-AC36-F7946D9E4FB3}" dt="2020-12-15T11:03:17.463" v="18"/>
          <ac:spMkLst>
            <pc:docMk/>
            <pc:sldMk cId="109857222" sldId="256"/>
            <ac:spMk id="10" creationId="{D6705569-F545-4F47-A260-A9202826EA20}"/>
          </ac:spMkLst>
        </pc:spChg>
        <pc:spChg chg="add">
          <ac:chgData name="Sachin  Neupane" userId="S::sachinneupane@samriddhicollege.edu.np::d21c9b6f-0979-4b1c-a91e-ffea27d935d3" providerId="AD" clId="Web-{0B6B170E-9BF3-47D6-AC36-F7946D9E4FB3}" dt="2020-12-15T11:03:17.463" v="18"/>
          <ac:spMkLst>
            <pc:docMk/>
            <pc:sldMk cId="109857222" sldId="256"/>
            <ac:spMk id="15" creationId="{CFA5B9DB-0BF9-4260-A97B-936524F9668F}"/>
          </ac:spMkLst>
        </pc:spChg>
        <pc:spChg chg="add">
          <ac:chgData name="Sachin  Neupane" userId="S::sachinneupane@samriddhicollege.edu.np::d21c9b6f-0979-4b1c-a91e-ffea27d935d3" providerId="AD" clId="Web-{0B6B170E-9BF3-47D6-AC36-F7946D9E4FB3}" dt="2020-12-15T11:03:17.463" v="18"/>
          <ac:spMkLst>
            <pc:docMk/>
            <pc:sldMk cId="109857222" sldId="256"/>
            <ac:spMk id="17" creationId="{59824785-89B4-4433-955A-F2C847B1534D}"/>
          </ac:spMkLst>
        </pc:spChg>
        <pc:spChg chg="add">
          <ac:chgData name="Sachin  Neupane" userId="S::sachinneupane@samriddhicollege.edu.np::d21c9b6f-0979-4b1c-a91e-ffea27d935d3" providerId="AD" clId="Web-{0B6B170E-9BF3-47D6-AC36-F7946D9E4FB3}" dt="2020-12-15T11:03:17.463" v="18"/>
          <ac:spMkLst>
            <pc:docMk/>
            <pc:sldMk cId="109857222" sldId="256"/>
            <ac:spMk id="19" creationId="{CB2E64D6-3AEB-4AFF-9475-E210F85E0AA7}"/>
          </ac:spMkLst>
        </pc:spChg>
        <pc:picChg chg="add">
          <ac:chgData name="Sachin  Neupane" userId="S::sachinneupane@samriddhicollege.edu.np::d21c9b6f-0979-4b1c-a91e-ffea27d935d3" providerId="AD" clId="Web-{0B6B170E-9BF3-47D6-AC36-F7946D9E4FB3}" dt="2020-12-15T11:03:17.463" v="18"/>
          <ac:picMkLst>
            <pc:docMk/>
            <pc:sldMk cId="109857222" sldId="256"/>
            <ac:picMk id="4" creationId="{123D32D8-AA12-4F0D-AFA0-1B12F025BDEE}"/>
          </ac:picMkLst>
        </pc:picChg>
      </pc:sldChg>
      <pc:sldChg chg="addSp delSp modSp new mod setBg">
        <pc:chgData name="Sachin  Neupane" userId="S::sachinneupane@samriddhicollege.edu.np::d21c9b6f-0979-4b1c-a91e-ffea27d935d3" providerId="AD" clId="Web-{0B6B170E-9BF3-47D6-AC36-F7946D9E4FB3}" dt="2020-12-15T11:05:19.919" v="56" actId="14100"/>
        <pc:sldMkLst>
          <pc:docMk/>
          <pc:sldMk cId="1600824074" sldId="257"/>
        </pc:sldMkLst>
        <pc:spChg chg="mod">
          <ac:chgData name="Sachin  Neupane" userId="S::sachinneupane@samriddhicollege.edu.np::d21c9b6f-0979-4b1c-a91e-ffea27d935d3" providerId="AD" clId="Web-{0B6B170E-9BF3-47D6-AC36-F7946D9E4FB3}" dt="2020-12-15T11:05:05.091" v="53"/>
          <ac:spMkLst>
            <pc:docMk/>
            <pc:sldMk cId="1600824074" sldId="257"/>
            <ac:spMk id="2" creationId="{BF5516DE-808F-45D9-B888-111C8DACC041}"/>
          </ac:spMkLst>
        </pc:spChg>
        <pc:spChg chg="mod">
          <ac:chgData name="Sachin  Neupane" userId="S::sachinneupane@samriddhicollege.edu.np::d21c9b6f-0979-4b1c-a91e-ffea27d935d3" providerId="AD" clId="Web-{0B6B170E-9BF3-47D6-AC36-F7946D9E4FB3}" dt="2020-12-15T11:05:19.919" v="56" actId="14100"/>
          <ac:spMkLst>
            <pc:docMk/>
            <pc:sldMk cId="1600824074" sldId="257"/>
            <ac:spMk id="3" creationId="{826BB0F8-A86E-4D0E-B595-537B7B63FAB2}"/>
          </ac:spMkLst>
        </pc:spChg>
        <pc:spChg chg="add del">
          <ac:chgData name="Sachin  Neupane" userId="S::sachinneupane@samriddhicollege.edu.np::d21c9b6f-0979-4b1c-a91e-ffea27d935d3" providerId="AD" clId="Web-{0B6B170E-9BF3-47D6-AC36-F7946D9E4FB3}" dt="2020-12-15T11:05:05.091" v="53"/>
          <ac:spMkLst>
            <pc:docMk/>
            <pc:sldMk cId="1600824074" sldId="257"/>
            <ac:spMk id="8" creationId="{3946F6A7-0B48-49A7-8E23-3C1F0993999F}"/>
          </ac:spMkLst>
        </pc:spChg>
        <pc:spChg chg="add del">
          <ac:chgData name="Sachin  Neupane" userId="S::sachinneupane@samriddhicollege.edu.np::d21c9b6f-0979-4b1c-a91e-ffea27d935d3" providerId="AD" clId="Web-{0B6B170E-9BF3-47D6-AC36-F7946D9E4FB3}" dt="2020-12-15T11:05:05.091" v="53"/>
          <ac:spMkLst>
            <pc:docMk/>
            <pc:sldMk cId="1600824074" sldId="257"/>
            <ac:spMk id="10" creationId="{F53AD421-C5C8-4C52-9DD0-6A594F21A5DB}"/>
          </ac:spMkLst>
        </pc:spChg>
        <pc:spChg chg="add del">
          <ac:chgData name="Sachin  Neupane" userId="S::sachinneupane@samriddhicollege.edu.np::d21c9b6f-0979-4b1c-a91e-ffea27d935d3" providerId="AD" clId="Web-{0B6B170E-9BF3-47D6-AC36-F7946D9E4FB3}" dt="2020-12-15T11:05:05.091" v="53"/>
          <ac:spMkLst>
            <pc:docMk/>
            <pc:sldMk cId="1600824074" sldId="257"/>
            <ac:spMk id="12" creationId="{6D7E5B0F-5185-440A-8222-321C1D118ABE}"/>
          </ac:spMkLst>
        </pc:spChg>
        <pc:spChg chg="add">
          <ac:chgData name="Sachin  Neupane" userId="S::sachinneupane@samriddhicollege.edu.np::d21c9b6f-0979-4b1c-a91e-ffea27d935d3" providerId="AD" clId="Web-{0B6B170E-9BF3-47D6-AC36-F7946D9E4FB3}" dt="2020-12-15T11:05:05.091" v="53"/>
          <ac:spMkLst>
            <pc:docMk/>
            <pc:sldMk cId="1600824074" sldId="257"/>
            <ac:spMk id="17" creationId="{AC17DE74-01C9-4859-B65A-85CF999E8580}"/>
          </ac:spMkLst>
        </pc:spChg>
        <pc:spChg chg="add">
          <ac:chgData name="Sachin  Neupane" userId="S::sachinneupane@samriddhicollege.edu.np::d21c9b6f-0979-4b1c-a91e-ffea27d935d3" providerId="AD" clId="Web-{0B6B170E-9BF3-47D6-AC36-F7946D9E4FB3}" dt="2020-12-15T11:05:05.091" v="53"/>
          <ac:spMkLst>
            <pc:docMk/>
            <pc:sldMk cId="1600824074" sldId="257"/>
            <ac:spMk id="19" creationId="{068C0432-0E90-4CC1-8CD3-D44A90DF07EF}"/>
          </ac:spMkLst>
        </pc:spChg>
      </pc:sldChg>
      <pc:sldChg chg="new">
        <pc:chgData name="Sachin  Neupane" userId="S::sachinneupane@samriddhicollege.edu.np::d21c9b6f-0979-4b1c-a91e-ffea27d935d3" providerId="AD" clId="Web-{0B6B170E-9BF3-47D6-AC36-F7946D9E4FB3}" dt="2020-12-15T11:03:42.714" v="31"/>
        <pc:sldMkLst>
          <pc:docMk/>
          <pc:sldMk cId="3655251614" sldId="258"/>
        </pc:sldMkLst>
      </pc:sldChg>
      <pc:sldChg chg="new">
        <pc:chgData name="Sachin  Neupane" userId="S::sachinneupane@samriddhicollege.edu.np::d21c9b6f-0979-4b1c-a91e-ffea27d935d3" providerId="AD" clId="Web-{0B6B170E-9BF3-47D6-AC36-F7946D9E4FB3}" dt="2020-12-15T11:03:47.198" v="32"/>
        <pc:sldMkLst>
          <pc:docMk/>
          <pc:sldMk cId="1664890478" sldId="259"/>
        </pc:sldMkLst>
      </pc:sldChg>
      <pc:sldChg chg="new">
        <pc:chgData name="Sachin  Neupane" userId="S::sachinneupane@samriddhicollege.edu.np::d21c9b6f-0979-4b1c-a91e-ffea27d935d3" providerId="AD" clId="Web-{0B6B170E-9BF3-47D6-AC36-F7946D9E4FB3}" dt="2020-12-15T11:03:52.402" v="33"/>
        <pc:sldMkLst>
          <pc:docMk/>
          <pc:sldMk cId="2172165020" sldId="260"/>
        </pc:sldMkLst>
      </pc:sldChg>
      <pc:sldChg chg="new">
        <pc:chgData name="Sachin  Neupane" userId="S::sachinneupane@samriddhicollege.edu.np::d21c9b6f-0979-4b1c-a91e-ffea27d935d3" providerId="AD" clId="Web-{0B6B170E-9BF3-47D6-AC36-F7946D9E4FB3}" dt="2020-12-15T11:03:58.089" v="34"/>
        <pc:sldMkLst>
          <pc:docMk/>
          <pc:sldMk cId="2743108472" sldId="261"/>
        </pc:sldMkLst>
      </pc:sldChg>
      <pc:sldChg chg="new">
        <pc:chgData name="Sachin  Neupane" userId="S::sachinneupane@samriddhicollege.edu.np::d21c9b6f-0979-4b1c-a91e-ffea27d935d3" providerId="AD" clId="Web-{0B6B170E-9BF3-47D6-AC36-F7946D9E4FB3}" dt="2020-12-15T11:04:01.621" v="35"/>
        <pc:sldMkLst>
          <pc:docMk/>
          <pc:sldMk cId="632421296" sldId="262"/>
        </pc:sldMkLst>
      </pc:sldChg>
      <pc:sldChg chg="new">
        <pc:chgData name="Sachin  Neupane" userId="S::sachinneupane@samriddhicollege.edu.np::d21c9b6f-0979-4b1c-a91e-ffea27d935d3" providerId="AD" clId="Web-{0B6B170E-9BF3-47D6-AC36-F7946D9E4FB3}" dt="2020-12-15T11:04:05.480" v="36"/>
        <pc:sldMkLst>
          <pc:docMk/>
          <pc:sldMk cId="1230354310" sldId="263"/>
        </pc:sldMkLst>
      </pc:sldChg>
      <pc:sldChg chg="new">
        <pc:chgData name="Sachin  Neupane" userId="S::sachinneupane@samriddhicollege.edu.np::d21c9b6f-0979-4b1c-a91e-ffea27d935d3" providerId="AD" clId="Web-{0B6B170E-9BF3-47D6-AC36-F7946D9E4FB3}" dt="2020-12-15T11:04:09.308" v="37"/>
        <pc:sldMkLst>
          <pc:docMk/>
          <pc:sldMk cId="498283124" sldId="264"/>
        </pc:sldMkLst>
      </pc:sldChg>
      <pc:sldChg chg="new">
        <pc:chgData name="Sachin  Neupane" userId="S::sachinneupane@samriddhicollege.edu.np::d21c9b6f-0979-4b1c-a91e-ffea27d935d3" providerId="AD" clId="Web-{0B6B170E-9BF3-47D6-AC36-F7946D9E4FB3}" dt="2020-12-15T11:04:13.746" v="38"/>
        <pc:sldMkLst>
          <pc:docMk/>
          <pc:sldMk cId="1124148982" sldId="265"/>
        </pc:sldMkLst>
      </pc:sldChg>
      <pc:sldMasterChg chg="del delSldLayout">
        <pc:chgData name="Sachin  Neupane" userId="S::sachinneupane@samriddhicollege.edu.np::d21c9b6f-0979-4b1c-a91e-ffea27d935d3" providerId="AD" clId="Web-{0B6B170E-9BF3-47D6-AC36-F7946D9E4FB3}" dt="2020-12-15T11:02:58.494" v="3"/>
        <pc:sldMasterMkLst>
          <pc:docMk/>
          <pc:sldMasterMk cId="2460954070" sldId="2147483660"/>
        </pc:sldMasterMkLst>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2385387890" sldId="2147483661"/>
          </pc:sldLayoutMkLst>
        </pc:sldLayoutChg>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949138452" sldId="2147483662"/>
          </pc:sldLayoutMkLst>
        </pc:sldLayoutChg>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2591524520" sldId="2147483663"/>
          </pc:sldLayoutMkLst>
        </pc:sldLayoutChg>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1203092039" sldId="2147483664"/>
          </pc:sldLayoutMkLst>
        </pc:sldLayoutChg>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3733172339" sldId="2147483665"/>
          </pc:sldLayoutMkLst>
        </pc:sldLayoutChg>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3210312558" sldId="2147483666"/>
          </pc:sldLayoutMkLst>
        </pc:sldLayoutChg>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3146388984" sldId="2147483667"/>
          </pc:sldLayoutMkLst>
        </pc:sldLayoutChg>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3171841454" sldId="2147483668"/>
          </pc:sldLayoutMkLst>
        </pc:sldLayoutChg>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1718958274" sldId="2147483669"/>
          </pc:sldLayoutMkLst>
        </pc:sldLayoutChg>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2202905451" sldId="2147483670"/>
          </pc:sldLayoutMkLst>
        </pc:sldLayoutChg>
        <pc:sldLayoutChg chg="del">
          <pc:chgData name="Sachin  Neupane" userId="S::sachinneupane@samriddhicollege.edu.np::d21c9b6f-0979-4b1c-a91e-ffea27d935d3" providerId="AD" clId="Web-{0B6B170E-9BF3-47D6-AC36-F7946D9E4FB3}" dt="2020-12-15T11:02:58.494" v="3"/>
          <pc:sldLayoutMkLst>
            <pc:docMk/>
            <pc:sldMasterMk cId="2460954070" sldId="2147483660"/>
            <pc:sldLayoutMk cId="3479445657" sldId="2147483671"/>
          </pc:sldLayoutMkLst>
        </pc:sldLayoutChg>
      </pc:sldMasterChg>
      <pc:sldMasterChg chg="add addSldLayout">
        <pc:chgData name="Sachin  Neupane" userId="S::sachinneupane@samriddhicollege.edu.np::d21c9b6f-0979-4b1c-a91e-ffea27d935d3" providerId="AD" clId="Web-{0B6B170E-9BF3-47D6-AC36-F7946D9E4FB3}" dt="2020-12-15T11:02:58.494" v="3"/>
        <pc:sldMasterMkLst>
          <pc:docMk/>
          <pc:sldMasterMk cId="3039609281" sldId="2147483712"/>
        </pc:sldMasterMkLst>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858797747" sldId="2147483700"/>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3607735742" sldId="2147483701"/>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3196212243" sldId="2147483702"/>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845280924" sldId="2147483703"/>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2783335911" sldId="2147483704"/>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542778457" sldId="2147483705"/>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1837444372" sldId="2147483706"/>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1738095885" sldId="2147483707"/>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1585665235" sldId="2147483708"/>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634565925" sldId="2147483709"/>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1728560291" sldId="2147483710"/>
          </pc:sldLayoutMkLst>
        </pc:sldLayoutChg>
        <pc:sldLayoutChg chg="add">
          <pc:chgData name="Sachin  Neupane" userId="S::sachinneupane@samriddhicollege.edu.np::d21c9b6f-0979-4b1c-a91e-ffea27d935d3" providerId="AD" clId="Web-{0B6B170E-9BF3-47D6-AC36-F7946D9E4FB3}" dt="2020-12-15T11:02:58.494" v="3"/>
          <pc:sldLayoutMkLst>
            <pc:docMk/>
            <pc:sldMasterMk cId="3039609281" sldId="2147483712"/>
            <pc:sldLayoutMk cId="833162529" sldId="2147483711"/>
          </pc:sldLayoutMkLst>
        </pc:sldLayoutChg>
      </pc:sldMasterChg>
      <pc:sldMasterChg chg="add addSldLayout">
        <pc:chgData name="Sachin  Neupane" userId="S::sachinneupane@samriddhicollege.edu.np::d21c9b6f-0979-4b1c-a91e-ffea27d935d3" providerId="AD" clId="Web-{0B6B170E-9BF3-47D6-AC36-F7946D9E4FB3}" dt="2020-12-15T11:03:17.463" v="18"/>
        <pc:sldMasterMkLst>
          <pc:docMk/>
          <pc:sldMasterMk cId="3195738556" sldId="2147483736"/>
        </pc:sldMasterMkLst>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467569583" sldId="2147483725"/>
          </pc:sldLayoutMkLst>
        </pc:sldLayoutChg>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3961055564" sldId="2147483726"/>
          </pc:sldLayoutMkLst>
        </pc:sldLayoutChg>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4196639551" sldId="2147483727"/>
          </pc:sldLayoutMkLst>
        </pc:sldLayoutChg>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3343347149" sldId="2147483728"/>
          </pc:sldLayoutMkLst>
        </pc:sldLayoutChg>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3069256899" sldId="2147483729"/>
          </pc:sldLayoutMkLst>
        </pc:sldLayoutChg>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4114930650" sldId="2147483730"/>
          </pc:sldLayoutMkLst>
        </pc:sldLayoutChg>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454260870" sldId="2147483731"/>
          </pc:sldLayoutMkLst>
        </pc:sldLayoutChg>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2085032283" sldId="2147483732"/>
          </pc:sldLayoutMkLst>
        </pc:sldLayoutChg>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907998869" sldId="2147483733"/>
          </pc:sldLayoutMkLst>
        </pc:sldLayoutChg>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1339642100" sldId="2147483734"/>
          </pc:sldLayoutMkLst>
        </pc:sldLayoutChg>
        <pc:sldLayoutChg chg="add">
          <pc:chgData name="Sachin  Neupane" userId="S::sachinneupane@samriddhicollege.edu.np::d21c9b6f-0979-4b1c-a91e-ffea27d935d3" providerId="AD" clId="Web-{0B6B170E-9BF3-47D6-AC36-F7946D9E4FB3}" dt="2020-12-15T11:03:17.463" v="18"/>
          <pc:sldLayoutMkLst>
            <pc:docMk/>
            <pc:sldMasterMk cId="3195738556" sldId="2147483736"/>
            <pc:sldLayoutMk cId="4250388852" sldId="2147483735"/>
          </pc:sldLayoutMkLst>
        </pc:sldLayoutChg>
      </pc:sldMasterChg>
    </pc:docChg>
  </pc:docChgLst>
  <pc:docChgLst>
    <pc:chgData name="Sachin  Neupane" userId="S::sachinneupane@samriddhicollege.edu.np::d21c9b6f-0979-4b1c-a91e-ffea27d935d3" providerId="AD" clId="Web-{9B0212F6-6008-4EEA-A23D-276EB2DE8131}"/>
    <pc:docChg chg="addSld delSld modSld">
      <pc:chgData name="Sachin  Neupane" userId="S::sachinneupane@samriddhicollege.edu.np::d21c9b6f-0979-4b1c-a91e-ffea27d935d3" providerId="AD" clId="Web-{9B0212F6-6008-4EEA-A23D-276EB2DE8131}" dt="2020-12-15T14:51:55.747" v="22" actId="20577"/>
      <pc:docMkLst>
        <pc:docMk/>
      </pc:docMkLst>
      <pc:sldChg chg="modSp new">
        <pc:chgData name="Sachin  Neupane" userId="S::sachinneupane@samriddhicollege.edu.np::d21c9b6f-0979-4b1c-a91e-ffea27d935d3" providerId="AD" clId="Web-{9B0212F6-6008-4EEA-A23D-276EB2DE8131}" dt="2020-12-15T14:51:52.825" v="20" actId="20577"/>
        <pc:sldMkLst>
          <pc:docMk/>
          <pc:sldMk cId="911410911" sldId="273"/>
        </pc:sldMkLst>
        <pc:spChg chg="mod">
          <ac:chgData name="Sachin  Neupane" userId="S::sachinneupane@samriddhicollege.edu.np::d21c9b6f-0979-4b1c-a91e-ffea27d935d3" providerId="AD" clId="Web-{9B0212F6-6008-4EEA-A23D-276EB2DE8131}" dt="2020-12-15T14:51:52.825" v="20" actId="20577"/>
          <ac:spMkLst>
            <pc:docMk/>
            <pc:sldMk cId="911410911" sldId="273"/>
            <ac:spMk id="2" creationId="{79C16D96-0338-4DFC-9B2F-C2470BC6C593}"/>
          </ac:spMkLst>
        </pc:spChg>
        <pc:spChg chg="mod">
          <ac:chgData name="Sachin  Neupane" userId="S::sachinneupane@samriddhicollege.edu.np::d21c9b6f-0979-4b1c-a91e-ffea27d935d3" providerId="AD" clId="Web-{9B0212F6-6008-4EEA-A23D-276EB2DE8131}" dt="2020-12-15T14:51:40.512" v="15" actId="14100"/>
          <ac:spMkLst>
            <pc:docMk/>
            <pc:sldMk cId="911410911" sldId="273"/>
            <ac:spMk id="3" creationId="{31033260-7862-4DDC-BC4D-33BE71DE2D13}"/>
          </ac:spMkLst>
        </pc:spChg>
      </pc:sldChg>
      <pc:sldChg chg="del">
        <pc:chgData name="Sachin  Neupane" userId="S::sachinneupane@samriddhicollege.edu.np::d21c9b6f-0979-4b1c-a91e-ffea27d935d3" providerId="AD" clId="Web-{9B0212F6-6008-4EEA-A23D-276EB2DE8131}" dt="2020-12-15T14:50:51.574" v="1"/>
        <pc:sldMkLst>
          <pc:docMk/>
          <pc:sldMk cId="1472064103" sldId="273"/>
        </pc:sldMkLst>
      </pc:sldChg>
      <pc:sldChg chg="del">
        <pc:chgData name="Sachin  Neupane" userId="S::sachinneupane@samriddhicollege.edu.np::d21c9b6f-0979-4b1c-a91e-ffea27d935d3" providerId="AD" clId="Web-{9B0212F6-6008-4EEA-A23D-276EB2DE8131}" dt="2020-12-15T14:50:48.886" v="0"/>
        <pc:sldMkLst>
          <pc:docMk/>
          <pc:sldMk cId="1515800205" sldId="274"/>
        </pc:sldMkLst>
      </pc:sldChg>
    </pc:docChg>
  </pc:docChgLst>
  <pc:docChgLst>
    <pc:chgData name="Sachin  Neupane" userId="S::sachinneupane@samriddhicollege.edu.np::d21c9b6f-0979-4b1c-a91e-ffea27d935d3" providerId="AD" clId="Web-{0CF59E25-637A-4D17-8DDE-F7F543230BF5}"/>
    <pc:docChg chg="addSld delSld modSld">
      <pc:chgData name="Sachin  Neupane" userId="S::sachinneupane@samriddhicollege.edu.np::d21c9b6f-0979-4b1c-a91e-ffea27d935d3" providerId="AD" clId="Web-{0CF59E25-637A-4D17-8DDE-F7F543230BF5}" dt="2020-12-15T14:19:25.675" v="55" actId="20577"/>
      <pc:docMkLst>
        <pc:docMk/>
      </pc:docMkLst>
      <pc:sldChg chg="new">
        <pc:chgData name="Sachin  Neupane" userId="S::sachinneupane@samriddhicollege.edu.np::d21c9b6f-0979-4b1c-a91e-ffea27d935d3" providerId="AD" clId="Web-{0CF59E25-637A-4D17-8DDE-F7F543230BF5}" dt="2020-12-15T14:17:58.294" v="2"/>
        <pc:sldMkLst>
          <pc:docMk/>
          <pc:sldMk cId="215388170" sldId="267"/>
        </pc:sldMkLst>
      </pc:sldChg>
      <pc:sldChg chg="new del">
        <pc:chgData name="Sachin  Neupane" userId="S::sachinneupane@samriddhicollege.edu.np::d21c9b6f-0979-4b1c-a91e-ffea27d935d3" providerId="AD" clId="Web-{0CF59E25-637A-4D17-8DDE-F7F543230BF5}" dt="2020-12-15T14:17:48.965" v="1"/>
        <pc:sldMkLst>
          <pc:docMk/>
          <pc:sldMk cId="324381864" sldId="267"/>
        </pc:sldMkLst>
      </pc:sldChg>
      <pc:sldChg chg="addSp delSp modSp new mod setBg">
        <pc:chgData name="Sachin  Neupane" userId="S::sachinneupane@samriddhicollege.edu.np::d21c9b6f-0979-4b1c-a91e-ffea27d935d3" providerId="AD" clId="Web-{0CF59E25-637A-4D17-8DDE-F7F543230BF5}" dt="2020-12-15T14:19:21.284" v="53" actId="20577"/>
        <pc:sldMkLst>
          <pc:docMk/>
          <pc:sldMk cId="3177315284" sldId="268"/>
        </pc:sldMkLst>
        <pc:spChg chg="mod">
          <ac:chgData name="Sachin  Neupane" userId="S::sachinneupane@samriddhicollege.edu.np::d21c9b6f-0979-4b1c-a91e-ffea27d935d3" providerId="AD" clId="Web-{0CF59E25-637A-4D17-8DDE-F7F543230BF5}" dt="2020-12-15T14:19:21.284" v="53" actId="20577"/>
          <ac:spMkLst>
            <pc:docMk/>
            <pc:sldMk cId="3177315284" sldId="268"/>
            <ac:spMk id="2" creationId="{8BB9BE20-E677-4331-9D0C-7B32782698A8}"/>
          </ac:spMkLst>
        </pc:spChg>
        <pc:spChg chg="del mod">
          <ac:chgData name="Sachin  Neupane" userId="S::sachinneupane@samriddhicollege.edu.np::d21c9b6f-0979-4b1c-a91e-ffea27d935d3" providerId="AD" clId="Web-{0CF59E25-637A-4D17-8DDE-F7F543230BF5}" dt="2020-12-15T14:18:22.468" v="7"/>
          <ac:spMkLst>
            <pc:docMk/>
            <pc:sldMk cId="3177315284" sldId="268"/>
            <ac:spMk id="3" creationId="{E55FC067-72F4-4F93-8093-3D9AF4B77DA3}"/>
          </ac:spMkLst>
        </pc:spChg>
        <pc:spChg chg="add">
          <ac:chgData name="Sachin  Neupane" userId="S::sachinneupane@samriddhicollege.edu.np::d21c9b6f-0979-4b1c-a91e-ffea27d935d3" providerId="AD" clId="Web-{0CF59E25-637A-4D17-8DDE-F7F543230BF5}" dt="2020-12-15T14:18:27.062" v="8"/>
          <ac:spMkLst>
            <pc:docMk/>
            <pc:sldMk cId="3177315284" sldId="268"/>
            <ac:spMk id="10" creationId="{DA381740-063A-41A4-836D-85D14980EEF0}"/>
          </ac:spMkLst>
        </pc:spChg>
        <pc:spChg chg="add">
          <ac:chgData name="Sachin  Neupane" userId="S::sachinneupane@samriddhicollege.edu.np::d21c9b6f-0979-4b1c-a91e-ffea27d935d3" providerId="AD" clId="Web-{0CF59E25-637A-4D17-8DDE-F7F543230BF5}" dt="2020-12-15T14:18:27.062" v="8"/>
          <ac:spMkLst>
            <pc:docMk/>
            <pc:sldMk cId="3177315284" sldId="268"/>
            <ac:spMk id="12" creationId="{BCED4D40-4B67-4331-AC48-79B82B4A47D8}"/>
          </ac:spMkLst>
        </pc:spChg>
        <pc:graphicFrameChg chg="add mod ord modGraphic">
          <ac:chgData name="Sachin  Neupane" userId="S::sachinneupane@samriddhicollege.edu.np::d21c9b6f-0979-4b1c-a91e-ffea27d935d3" providerId="AD" clId="Web-{0CF59E25-637A-4D17-8DDE-F7F543230BF5}" dt="2020-12-15T14:19:09.908" v="28"/>
          <ac:graphicFrameMkLst>
            <pc:docMk/>
            <pc:sldMk cId="3177315284" sldId="268"/>
            <ac:graphicFrameMk id="5" creationId="{10F4AC09-4F4D-40E3-A0D5-21E443801A13}"/>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xmlns=""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xmlns=""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xmlns="" id="{E11CD474-E5E1-4D01-97F6-0C9FC09332C0}"/>
              </a:ext>
            </a:extLst>
          </p:cNvPr>
          <p:cNvSpPr>
            <a:spLocks noGrp="1"/>
          </p:cNvSpPr>
          <p:nvPr>
            <p:ph type="dt" sz="half" idx="10"/>
          </p:nvPr>
        </p:nvSpPr>
        <p:spPr/>
        <p:txBody>
          <a:bodyPr/>
          <a:lstStyle/>
          <a:p>
            <a:fld id="{72345051-2045-45DA-935E-2E3CA1A69ADC}" type="datetimeFigureOut">
              <a:rPr lang="en-US" smtClean="0"/>
              <a:t>3/9/2021</a:t>
            </a:fld>
            <a:endParaRPr lang="en-US" dirty="0"/>
          </a:p>
        </p:txBody>
      </p:sp>
      <p:sp>
        <p:nvSpPr>
          <p:cNvPr id="5" name="Footer Placeholder 4">
            <a:extLst>
              <a:ext uri="{FF2B5EF4-FFF2-40B4-BE49-F238E27FC236}">
                <a16:creationId xmlns:a16="http://schemas.microsoft.com/office/drawing/2014/main" xmlns=""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0850322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82A61642-BFBA-48AE-A29C-C2AA7386AE95}"/>
              </a:ext>
            </a:extLst>
          </p:cNvPr>
          <p:cNvSpPr>
            <a:spLocks noGrp="1"/>
          </p:cNvSpPr>
          <p:nvPr>
            <p:ph type="dt" sz="half" idx="10"/>
          </p:nvPr>
        </p:nvSpPr>
        <p:spPr/>
        <p:txBody>
          <a:bodyPr/>
          <a:lstStyle/>
          <a:p>
            <a:fld id="{72345051-2045-45DA-935E-2E3CA1A69ADC}" type="datetimeFigureOut">
              <a:rPr lang="en-US" smtClean="0"/>
              <a:t>3/9/2021</a:t>
            </a:fld>
            <a:endParaRPr lang="en-US"/>
          </a:p>
        </p:txBody>
      </p:sp>
      <p:sp>
        <p:nvSpPr>
          <p:cNvPr id="5" name="Footer Placeholder 4">
            <a:extLst>
              <a:ext uri="{FF2B5EF4-FFF2-40B4-BE49-F238E27FC236}">
                <a16:creationId xmlns:a16="http://schemas.microsoft.com/office/drawing/2014/main" xmlns=""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xmlns=""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07998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42BF300D-5CBE-47E9-A193-E23C8314D0EA}"/>
              </a:ext>
            </a:extLst>
          </p:cNvPr>
          <p:cNvSpPr>
            <a:spLocks noGrp="1"/>
          </p:cNvSpPr>
          <p:nvPr>
            <p:ph type="dt" sz="half" idx="10"/>
          </p:nvPr>
        </p:nvSpPr>
        <p:spPr/>
        <p:txBody>
          <a:bodyPr/>
          <a:lstStyle/>
          <a:p>
            <a:fld id="{72345051-2045-45DA-935E-2E3CA1A69ADC}" type="datetimeFigureOut">
              <a:rPr lang="en-US" smtClean="0"/>
              <a:t>3/9/2021</a:t>
            </a:fld>
            <a:endParaRPr lang="en-US"/>
          </a:p>
        </p:txBody>
      </p:sp>
      <p:sp>
        <p:nvSpPr>
          <p:cNvPr id="5" name="Footer Placeholder 4">
            <a:extLst>
              <a:ext uri="{FF2B5EF4-FFF2-40B4-BE49-F238E27FC236}">
                <a16:creationId xmlns:a16="http://schemas.microsoft.com/office/drawing/2014/main" xmlns=""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xmlns=""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33964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xmlns=""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xmlns="" id="{E9032FCA-14C6-4497-9C27-3F58062442CE}"/>
              </a:ext>
            </a:extLst>
          </p:cNvPr>
          <p:cNvSpPr>
            <a:spLocks noGrp="1"/>
          </p:cNvSpPr>
          <p:nvPr>
            <p:ph type="dt" sz="half" idx="10"/>
          </p:nvPr>
        </p:nvSpPr>
        <p:spPr/>
        <p:txBody>
          <a:bodyPr/>
          <a:lstStyle/>
          <a:p>
            <a:fld id="{72345051-2045-45DA-935E-2E3CA1A69ADC}" type="datetimeFigureOut">
              <a:rPr lang="en-US" smtClean="0"/>
              <a:t>3/9/2021</a:t>
            </a:fld>
            <a:endParaRPr lang="en-US"/>
          </a:p>
        </p:txBody>
      </p:sp>
      <p:sp>
        <p:nvSpPr>
          <p:cNvPr id="6" name="Footer Placeholder 5">
            <a:extLst>
              <a:ext uri="{FF2B5EF4-FFF2-40B4-BE49-F238E27FC236}">
                <a16:creationId xmlns:a16="http://schemas.microsoft.com/office/drawing/2014/main" xmlns=""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xmlns=""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250388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xmlns="" id="{4C9407CC-270D-4C98-B95C-7AE67D2E1913}"/>
              </a:ext>
            </a:extLst>
          </p:cNvPr>
          <p:cNvSpPr>
            <a:spLocks noGrp="1"/>
          </p:cNvSpPr>
          <p:nvPr>
            <p:ph type="dt" sz="half" idx="10"/>
          </p:nvPr>
        </p:nvSpPr>
        <p:spPr/>
        <p:txBody>
          <a:bodyPr/>
          <a:lstStyle/>
          <a:p>
            <a:fld id="{72345051-2045-45DA-935E-2E3CA1A69ADC}" type="datetimeFigureOut">
              <a:rPr lang="en-US" smtClean="0"/>
              <a:t>3/9/2021</a:t>
            </a:fld>
            <a:endParaRPr lang="en-US"/>
          </a:p>
        </p:txBody>
      </p:sp>
      <p:sp>
        <p:nvSpPr>
          <p:cNvPr id="8" name="Footer Placeholder 7">
            <a:extLst>
              <a:ext uri="{FF2B5EF4-FFF2-40B4-BE49-F238E27FC236}">
                <a16:creationId xmlns:a16="http://schemas.microsoft.com/office/drawing/2014/main" xmlns=""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xmlns=""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67569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xmlns="" id="{C6FD9A32-9C83-452B-BC69-CC6E95D3C93C}"/>
              </a:ext>
            </a:extLst>
          </p:cNvPr>
          <p:cNvSpPr>
            <a:spLocks noGrp="1"/>
          </p:cNvSpPr>
          <p:nvPr>
            <p:ph type="dt" sz="half" idx="10"/>
          </p:nvPr>
        </p:nvSpPr>
        <p:spPr/>
        <p:txBody>
          <a:bodyPr/>
          <a:lstStyle/>
          <a:p>
            <a:fld id="{72345051-2045-45DA-935E-2E3CA1A69ADC}" type="datetimeFigureOut">
              <a:rPr lang="en-US" smtClean="0"/>
              <a:t>3/9/2021</a:t>
            </a:fld>
            <a:endParaRPr lang="en-US"/>
          </a:p>
        </p:txBody>
      </p:sp>
      <p:sp>
        <p:nvSpPr>
          <p:cNvPr id="4" name="Footer Placeholder 3">
            <a:extLst>
              <a:ext uri="{FF2B5EF4-FFF2-40B4-BE49-F238E27FC236}">
                <a16:creationId xmlns:a16="http://schemas.microsoft.com/office/drawing/2014/main" xmlns=""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xmlns=""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961055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72816A0-77C4-4A3F-87BD-A7321E3C84D2}"/>
              </a:ext>
            </a:extLst>
          </p:cNvPr>
          <p:cNvSpPr>
            <a:spLocks noGrp="1"/>
          </p:cNvSpPr>
          <p:nvPr>
            <p:ph type="dt" sz="half" idx="10"/>
          </p:nvPr>
        </p:nvSpPr>
        <p:spPr/>
        <p:txBody>
          <a:bodyPr/>
          <a:lstStyle/>
          <a:p>
            <a:fld id="{72345051-2045-45DA-935E-2E3CA1A69ADC}" type="datetimeFigureOut">
              <a:rPr lang="en-US" smtClean="0"/>
              <a:t>3/9/2021</a:t>
            </a:fld>
            <a:endParaRPr lang="en-US"/>
          </a:p>
        </p:txBody>
      </p:sp>
      <p:sp>
        <p:nvSpPr>
          <p:cNvPr id="3" name="Footer Placeholder 2">
            <a:extLst>
              <a:ext uri="{FF2B5EF4-FFF2-40B4-BE49-F238E27FC236}">
                <a16:creationId xmlns:a16="http://schemas.microsoft.com/office/drawing/2014/main" xmlns=""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54260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xmlns=""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xmlns="" id="{2584C988-A6DB-469A-B8AA-31866F36E83D}"/>
              </a:ext>
            </a:extLst>
          </p:cNvPr>
          <p:cNvSpPr>
            <a:spLocks noGrp="1"/>
          </p:cNvSpPr>
          <p:nvPr>
            <p:ph type="dt" sz="half" idx="10"/>
          </p:nvPr>
        </p:nvSpPr>
        <p:spPr/>
        <p:txBody>
          <a:bodyPr/>
          <a:lstStyle/>
          <a:p>
            <a:fld id="{72345051-2045-45DA-935E-2E3CA1A69ADC}" type="datetimeFigureOut">
              <a:rPr lang="en-US" smtClean="0"/>
              <a:t>3/9/2021</a:t>
            </a:fld>
            <a:endParaRPr lang="en-US"/>
          </a:p>
        </p:txBody>
      </p:sp>
      <p:sp>
        <p:nvSpPr>
          <p:cNvPr id="6" name="Footer Placeholder 5">
            <a:extLst>
              <a:ext uri="{FF2B5EF4-FFF2-40B4-BE49-F238E27FC236}">
                <a16:creationId xmlns:a16="http://schemas.microsoft.com/office/drawing/2014/main" xmlns=""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xmlns=""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6639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xmlns=""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xmlns=""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xmlns="" id="{F62C2F5B-DDDD-4E64-94A9-99E46F4B06A0}"/>
              </a:ext>
            </a:extLst>
          </p:cNvPr>
          <p:cNvSpPr>
            <a:spLocks noGrp="1"/>
          </p:cNvSpPr>
          <p:nvPr>
            <p:ph type="dt" sz="half" idx="10"/>
          </p:nvPr>
        </p:nvSpPr>
        <p:spPr/>
        <p:txBody>
          <a:bodyPr/>
          <a:lstStyle/>
          <a:p>
            <a:fld id="{72345051-2045-45DA-935E-2E3CA1A69ADC}" type="datetimeFigureOut">
              <a:rPr lang="en-US" smtClean="0"/>
              <a:t>3/9/2021</a:t>
            </a:fld>
            <a:endParaRPr lang="en-US"/>
          </a:p>
        </p:txBody>
      </p:sp>
      <p:sp>
        <p:nvSpPr>
          <p:cNvPr id="6" name="Footer Placeholder 5">
            <a:extLst>
              <a:ext uri="{FF2B5EF4-FFF2-40B4-BE49-F238E27FC236}">
                <a16:creationId xmlns:a16="http://schemas.microsoft.com/office/drawing/2014/main" xmlns=""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xmlns=""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3347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34084D1E-BC98-44E4-8D2C-89CCDC293331}"/>
              </a:ext>
            </a:extLst>
          </p:cNvPr>
          <p:cNvSpPr>
            <a:spLocks noGrp="1"/>
          </p:cNvSpPr>
          <p:nvPr>
            <p:ph type="dt" sz="half" idx="10"/>
          </p:nvPr>
        </p:nvSpPr>
        <p:spPr/>
        <p:txBody>
          <a:bodyPr/>
          <a:lstStyle/>
          <a:p>
            <a:fld id="{72345051-2045-45DA-935E-2E3CA1A69ADC}" type="datetimeFigureOut">
              <a:rPr lang="en-US" smtClean="0"/>
              <a:t>3/9/2021</a:t>
            </a:fld>
            <a:endParaRPr lang="en-US"/>
          </a:p>
        </p:txBody>
      </p:sp>
      <p:sp>
        <p:nvSpPr>
          <p:cNvPr id="5" name="Footer Placeholder 4">
            <a:extLst>
              <a:ext uri="{FF2B5EF4-FFF2-40B4-BE49-F238E27FC236}">
                <a16:creationId xmlns:a16="http://schemas.microsoft.com/office/drawing/2014/main" xmlns=""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069256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150BC931-E2BF-4C1D-91AA-89F82F8268B2}"/>
              </a:ext>
            </a:extLst>
          </p:cNvPr>
          <p:cNvSpPr>
            <a:spLocks noGrp="1"/>
          </p:cNvSpPr>
          <p:nvPr>
            <p:ph type="dt" sz="half" idx="10"/>
          </p:nvPr>
        </p:nvSpPr>
        <p:spPr/>
        <p:txBody>
          <a:bodyPr/>
          <a:lstStyle/>
          <a:p>
            <a:fld id="{72345051-2045-45DA-935E-2E3CA1A69ADC}" type="datetimeFigureOut">
              <a:rPr lang="en-US" smtClean="0"/>
              <a:t>3/9/2021</a:t>
            </a:fld>
            <a:endParaRPr lang="en-US"/>
          </a:p>
        </p:txBody>
      </p:sp>
      <p:sp>
        <p:nvSpPr>
          <p:cNvPr id="5" name="Footer Placeholder 4">
            <a:extLst>
              <a:ext uri="{FF2B5EF4-FFF2-40B4-BE49-F238E27FC236}">
                <a16:creationId xmlns:a16="http://schemas.microsoft.com/office/drawing/2014/main" xmlns=""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1149306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xmlns=""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xmlns=""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xmlns="" id="{5CE951E3-0794-422C-AF76-0AD4A7FB19EB}"/>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5" name="Footer Placeholder 4">
            <a:extLst>
              <a:ext uri="{FF2B5EF4-FFF2-40B4-BE49-F238E27FC236}">
                <a16:creationId xmlns:a16="http://schemas.microsoft.com/office/drawing/2014/main" xmlns=""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38095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xmlns=""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70BAE770-8363-44CD-8A22-AB26C5C5361B}"/>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5" name="Footer Placeholder 4">
            <a:extLst>
              <a:ext uri="{FF2B5EF4-FFF2-40B4-BE49-F238E27FC236}">
                <a16:creationId xmlns:a16="http://schemas.microsoft.com/office/drawing/2014/main" xmlns=""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856652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xmlns=""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xmlns=""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793FB3F-D2A6-4919-B57B-C08861D46303}"/>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5" name="Footer Placeholder 4">
            <a:extLst>
              <a:ext uri="{FF2B5EF4-FFF2-40B4-BE49-F238E27FC236}">
                <a16:creationId xmlns:a16="http://schemas.microsoft.com/office/drawing/2014/main" xmlns=""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34565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xmlns=""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xmlns=""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xmlns="" id="{034240FE-0C6A-47E9-9B0A-7B3C60877372}"/>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6" name="Footer Placeholder 5">
            <a:extLst>
              <a:ext uri="{FF2B5EF4-FFF2-40B4-BE49-F238E27FC236}">
                <a16:creationId xmlns:a16="http://schemas.microsoft.com/office/drawing/2014/main" xmlns=""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28560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xmlns=""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xmlns=""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xmlns=""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xmlns="" id="{2AA4E5D6-7075-4584-BD43-D966F0B58E6D}"/>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8" name="Footer Placeholder 7">
            <a:extLst>
              <a:ext uri="{FF2B5EF4-FFF2-40B4-BE49-F238E27FC236}">
                <a16:creationId xmlns:a16="http://schemas.microsoft.com/office/drawing/2014/main" xmlns=""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8331625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xmlns=""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xmlns=""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xmlns="" id="{DA33410F-8A90-47F6-BD39-4AC0E4358351}"/>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4" name="Footer Placeholder 3">
            <a:extLst>
              <a:ext uri="{FF2B5EF4-FFF2-40B4-BE49-F238E27FC236}">
                <a16:creationId xmlns:a16="http://schemas.microsoft.com/office/drawing/2014/main" xmlns=""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8587977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71C9756B-145D-4BA8-AA43-904C1E7CB86D}"/>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3" name="Footer Placeholder 2">
            <a:extLst>
              <a:ext uri="{FF2B5EF4-FFF2-40B4-BE49-F238E27FC236}">
                <a16:creationId xmlns:a16="http://schemas.microsoft.com/office/drawing/2014/main" xmlns=""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5427784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xmlns=""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xmlns="" id="{71C9756B-145D-4BA8-AA43-904C1E7CB86D}"/>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3" name="Footer Placeholder 2">
            <a:extLst>
              <a:ext uri="{FF2B5EF4-FFF2-40B4-BE49-F238E27FC236}">
                <a16:creationId xmlns:a16="http://schemas.microsoft.com/office/drawing/2014/main" xmlns=""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07735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xmlns=""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xmlns=""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xmlns=""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xmlns=""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C33534F-EA91-4A50-B0F6-10D689E458EF}"/>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6" name="Footer Placeholder 5">
            <a:extLst>
              <a:ext uri="{FF2B5EF4-FFF2-40B4-BE49-F238E27FC236}">
                <a16:creationId xmlns:a16="http://schemas.microsoft.com/office/drawing/2014/main" xmlns=""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xmlns=""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1962122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xmlns=""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xmlns=""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xmlns=""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xmlns=""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3D48EA59-A1BC-48B7-9495-6D5C6035B14B}"/>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6" name="Footer Placeholder 5">
            <a:extLst>
              <a:ext uri="{FF2B5EF4-FFF2-40B4-BE49-F238E27FC236}">
                <a16:creationId xmlns:a16="http://schemas.microsoft.com/office/drawing/2014/main" xmlns=""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8452809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F82BA5FF-4919-4FF8-9C04-06CE156B762F}"/>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5" name="Footer Placeholder 4">
            <a:extLst>
              <a:ext uri="{FF2B5EF4-FFF2-40B4-BE49-F238E27FC236}">
                <a16:creationId xmlns:a16="http://schemas.microsoft.com/office/drawing/2014/main" xmlns=""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833359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19CEECF-A221-4ECC-AD9C-E197D516D24C}"/>
              </a:ext>
            </a:extLst>
          </p:cNvPr>
          <p:cNvSpPr>
            <a:spLocks noGrp="1"/>
          </p:cNvSpPr>
          <p:nvPr>
            <p:ph type="dt" sz="half" idx="10"/>
          </p:nvPr>
        </p:nvSpPr>
        <p:spPr/>
        <p:txBody>
          <a:bodyPr/>
          <a:lstStyle/>
          <a:p>
            <a:fld id="{3C04E684-10F4-4CC3-A0B9-F03AA7BE37CF}" type="datetimeFigureOut">
              <a:rPr lang="en-US" smtClean="0"/>
              <a:t>3/9/2021</a:t>
            </a:fld>
            <a:endParaRPr lang="en-US"/>
          </a:p>
        </p:txBody>
      </p:sp>
      <p:sp>
        <p:nvSpPr>
          <p:cNvPr id="5" name="Footer Placeholder 4">
            <a:extLst>
              <a:ext uri="{FF2B5EF4-FFF2-40B4-BE49-F238E27FC236}">
                <a16:creationId xmlns:a16="http://schemas.microsoft.com/office/drawing/2014/main" xmlns=""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837444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xmlns=""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3/9/2021</a:t>
            </a:fld>
            <a:endParaRPr lang="en-US" dirty="0"/>
          </a:p>
        </p:txBody>
      </p:sp>
      <p:sp>
        <p:nvSpPr>
          <p:cNvPr id="5" name="Footer Placeholder 4">
            <a:extLst>
              <a:ext uri="{FF2B5EF4-FFF2-40B4-BE49-F238E27FC236}">
                <a16:creationId xmlns:a16="http://schemas.microsoft.com/office/drawing/2014/main" xmlns=""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xmlns=""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3195738556"/>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25" r:id="rId5"/>
    <p:sldLayoutId id="2147483726" r:id="rId6"/>
    <p:sldLayoutId id="2147483731" r:id="rId7"/>
    <p:sldLayoutId id="2147483727" r:id="rId8"/>
    <p:sldLayoutId id="2147483728" r:id="rId9"/>
    <p:sldLayoutId id="2147483729" r:id="rId10"/>
    <p:sldLayoutId id="2147483730"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xmlns=""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3/9/2021</a:t>
            </a:fld>
            <a:endParaRPr lang="en-US"/>
          </a:p>
        </p:txBody>
      </p:sp>
      <p:sp>
        <p:nvSpPr>
          <p:cNvPr id="5" name="Footer Placeholder 4">
            <a:extLst>
              <a:ext uri="{FF2B5EF4-FFF2-40B4-BE49-F238E27FC236}">
                <a16:creationId xmlns:a16="http://schemas.microsoft.com/office/drawing/2014/main" xmlns=""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3039609281"/>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0" r:id="rId6"/>
    <p:sldLayoutId id="2147483705" r:id="rId7"/>
    <p:sldLayoutId id="2147483701" r:id="rId8"/>
    <p:sldLayoutId id="2147483702" r:id="rId9"/>
    <p:sldLayoutId id="2147483703" r:id="rId10"/>
    <p:sldLayoutId id="2147483704" r:id="rId11"/>
    <p:sldLayoutId id="2147483706"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xmlns="" id="{CFA5B9DB-0BF9-4260-A97B-936524F9668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xmlns="" id="{123D32D8-AA12-4F0D-AFA0-1B12F025BDEE}"/>
              </a:ext>
            </a:extLst>
          </p:cNvPr>
          <p:cNvPicPr>
            <a:picLocks noChangeAspect="1"/>
          </p:cNvPicPr>
          <p:nvPr/>
        </p:nvPicPr>
        <p:blipFill rotWithShape="1">
          <a:blip r:embed="rId2">
            <a:alphaModFix amt="50000"/>
          </a:blip>
          <a:srcRect t="983" r="-2" b="14619"/>
          <a:stretch/>
        </p:blipFill>
        <p:spPr>
          <a:xfrm>
            <a:off x="20" y="10"/>
            <a:ext cx="12191979" cy="6857990"/>
          </a:xfrm>
          <a:prstGeom prst="rect">
            <a:avLst/>
          </a:prstGeom>
        </p:spPr>
      </p:pic>
      <p:sp>
        <p:nvSpPr>
          <p:cNvPr id="17" name="Freeform: Shape 16">
            <a:extLst>
              <a:ext uri="{FF2B5EF4-FFF2-40B4-BE49-F238E27FC236}">
                <a16:creationId xmlns:a16="http://schemas.microsoft.com/office/drawing/2014/main" xmlns="" id="{59824785-89B4-4433-955A-F2C847B1534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04859" y="614291"/>
            <a:ext cx="10577516" cy="5566372"/>
          </a:xfrm>
          <a:custGeom>
            <a:avLst/>
            <a:gdLst>
              <a:gd name="connsiteX0" fmla="*/ 2871593 w 10577516"/>
              <a:gd name="connsiteY0" fmla="*/ 5218333 h 5566372"/>
              <a:gd name="connsiteX1" fmla="*/ 3890441 w 10577516"/>
              <a:gd name="connsiteY1" fmla="*/ 5441298 h 5566372"/>
              <a:gd name="connsiteX2" fmla="*/ 4931282 w 10577516"/>
              <a:gd name="connsiteY2" fmla="*/ 5506891 h 5566372"/>
              <a:gd name="connsiteX3" fmla="*/ 2871593 w 10577516"/>
              <a:gd name="connsiteY3" fmla="*/ 5218333 h 5566372"/>
              <a:gd name="connsiteX4" fmla="*/ 4720395 w 10577516"/>
              <a:gd name="connsiteY4" fmla="*/ 128662 h 5566372"/>
              <a:gd name="connsiteX5" fmla="*/ 3554723 w 10577516"/>
              <a:gd name="connsiteY5" fmla="*/ 250059 h 5566372"/>
              <a:gd name="connsiteX6" fmla="*/ 2497230 w 10577516"/>
              <a:gd name="connsiteY6" fmla="*/ 530354 h 5566372"/>
              <a:gd name="connsiteX7" fmla="*/ 2960194 w 10577516"/>
              <a:gd name="connsiteY7" fmla="*/ 403237 h 5566372"/>
              <a:gd name="connsiteX8" fmla="*/ 3980314 w 10577516"/>
              <a:gd name="connsiteY8" fmla="*/ 212560 h 5566372"/>
              <a:gd name="connsiteX9" fmla="*/ 4677428 w 10577516"/>
              <a:gd name="connsiteY9" fmla="*/ 139593 h 5566372"/>
              <a:gd name="connsiteX10" fmla="*/ 4760675 w 10577516"/>
              <a:gd name="connsiteY10" fmla="*/ 134906 h 5566372"/>
              <a:gd name="connsiteX11" fmla="*/ 4792997 w 10577516"/>
              <a:gd name="connsiteY11" fmla="*/ 130123 h 5566372"/>
              <a:gd name="connsiteX12" fmla="*/ 4798006 w 10577516"/>
              <a:gd name="connsiteY12" fmla="*/ 130828 h 5566372"/>
              <a:gd name="connsiteX13" fmla="*/ 4798006 w 10577516"/>
              <a:gd name="connsiteY13" fmla="*/ 129381 h 5566372"/>
              <a:gd name="connsiteX14" fmla="*/ 4792997 w 10577516"/>
              <a:gd name="connsiteY14" fmla="*/ 130123 h 5566372"/>
              <a:gd name="connsiteX15" fmla="*/ 4788863 w 10577516"/>
              <a:gd name="connsiteY15" fmla="*/ 129541 h 5566372"/>
              <a:gd name="connsiteX16" fmla="*/ 4720395 w 10577516"/>
              <a:gd name="connsiteY16" fmla="*/ 128662 h 5566372"/>
              <a:gd name="connsiteX17" fmla="*/ 6438297 w 10577516"/>
              <a:gd name="connsiteY17" fmla="*/ 19 h 5566372"/>
              <a:gd name="connsiteX18" fmla="*/ 7523724 w 10577516"/>
              <a:gd name="connsiteY18" fmla="*/ 104129 h 5566372"/>
              <a:gd name="connsiteX19" fmla="*/ 8525668 w 10577516"/>
              <a:gd name="connsiteY19" fmla="*/ 421922 h 5566372"/>
              <a:gd name="connsiteX20" fmla="*/ 9518204 w 10577516"/>
              <a:gd name="connsiteY20" fmla="*/ 1055605 h 5566372"/>
              <a:gd name="connsiteX21" fmla="*/ 10008242 w 10577516"/>
              <a:gd name="connsiteY21" fmla="*/ 1589500 h 5566372"/>
              <a:gd name="connsiteX22" fmla="*/ 10325274 w 10577516"/>
              <a:gd name="connsiteY22" fmla="*/ 2051574 h 5566372"/>
              <a:gd name="connsiteX23" fmla="*/ 10565908 w 10577516"/>
              <a:gd name="connsiteY23" fmla="*/ 2649028 h 5566372"/>
              <a:gd name="connsiteX24" fmla="*/ 10542137 w 10577516"/>
              <a:gd name="connsiteY24" fmla="*/ 2966823 h 5566372"/>
              <a:gd name="connsiteX25" fmla="*/ 10513789 w 10577516"/>
              <a:gd name="connsiteY25" fmla="*/ 3066355 h 5566372"/>
              <a:gd name="connsiteX26" fmla="*/ 10417308 w 10577516"/>
              <a:gd name="connsiteY26" fmla="*/ 3369150 h 5566372"/>
              <a:gd name="connsiteX27" fmla="*/ 9794430 w 10577516"/>
              <a:gd name="connsiteY27" fmla="*/ 4220840 h 5566372"/>
              <a:gd name="connsiteX28" fmla="*/ 8719522 w 10577516"/>
              <a:gd name="connsiteY28" fmla="*/ 4888463 h 5566372"/>
              <a:gd name="connsiteX29" fmla="*/ 7693808 w 10577516"/>
              <a:gd name="connsiteY29" fmla="*/ 5234223 h 5566372"/>
              <a:gd name="connsiteX30" fmla="*/ 7092669 w 10577516"/>
              <a:gd name="connsiteY30" fmla="*/ 5363248 h 5566372"/>
              <a:gd name="connsiteX31" fmla="*/ 6240978 w 10577516"/>
              <a:gd name="connsiteY31" fmla="*/ 5507272 h 5566372"/>
              <a:gd name="connsiteX32" fmla="*/ 5462508 w 10577516"/>
              <a:gd name="connsiteY32" fmla="*/ 5559010 h 5566372"/>
              <a:gd name="connsiteX33" fmla="*/ 4386329 w 10577516"/>
              <a:gd name="connsiteY33" fmla="*/ 5548839 h 5566372"/>
              <a:gd name="connsiteX34" fmla="*/ 3501461 w 10577516"/>
              <a:gd name="connsiteY34" fmla="*/ 5432782 h 5566372"/>
              <a:gd name="connsiteX35" fmla="*/ 2624348 w 10577516"/>
              <a:gd name="connsiteY35" fmla="*/ 5200409 h 5566372"/>
              <a:gd name="connsiteX36" fmla="*/ 2221385 w 10577516"/>
              <a:gd name="connsiteY36" fmla="*/ 5053589 h 5566372"/>
              <a:gd name="connsiteX37" fmla="*/ 1173934 w 10577516"/>
              <a:gd name="connsiteY37" fmla="*/ 4636388 h 5566372"/>
              <a:gd name="connsiteX38" fmla="*/ 438176 w 10577516"/>
              <a:gd name="connsiteY38" fmla="*/ 4080883 h 5566372"/>
              <a:gd name="connsiteX39" fmla="*/ 18687 w 10577516"/>
              <a:gd name="connsiteY39" fmla="*/ 2942161 h 5566372"/>
              <a:gd name="connsiteX40" fmla="*/ 0 w 10577516"/>
              <a:gd name="connsiteY40" fmla="*/ 2832713 h 5566372"/>
              <a:gd name="connsiteX41" fmla="*/ 0 w 10577516"/>
              <a:gd name="connsiteY41" fmla="*/ 2747290 h 5566372"/>
              <a:gd name="connsiteX42" fmla="*/ 14746 w 10577516"/>
              <a:gd name="connsiteY42" fmla="*/ 2661993 h 5566372"/>
              <a:gd name="connsiteX43" fmla="*/ 292753 w 10577516"/>
              <a:gd name="connsiteY43" fmla="*/ 1968947 h 5566372"/>
              <a:gd name="connsiteX44" fmla="*/ 923893 w 10577516"/>
              <a:gd name="connsiteY44" fmla="*/ 1299417 h 5566372"/>
              <a:gd name="connsiteX45" fmla="*/ 2035538 w 10577516"/>
              <a:gd name="connsiteY45" fmla="*/ 648828 h 5566372"/>
              <a:gd name="connsiteX46" fmla="*/ 3545571 w 10577516"/>
              <a:gd name="connsiteY46" fmla="*/ 196289 h 5566372"/>
              <a:gd name="connsiteX47" fmla="*/ 5211705 w 10577516"/>
              <a:gd name="connsiteY47" fmla="*/ 78323 h 5566372"/>
              <a:gd name="connsiteX48" fmla="*/ 5467720 w 10577516"/>
              <a:gd name="connsiteY48" fmla="*/ 77052 h 5566372"/>
              <a:gd name="connsiteX49" fmla="*/ 6073564 w 10577516"/>
              <a:gd name="connsiteY49" fmla="*/ 11840 h 5566372"/>
              <a:gd name="connsiteX50" fmla="*/ 6438297 w 10577516"/>
              <a:gd name="connsiteY50" fmla="*/ 19 h 55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77516" h="5566372">
                <a:moveTo>
                  <a:pt x="2871593" y="5218333"/>
                </a:moveTo>
                <a:cubicBezTo>
                  <a:pt x="2990956" y="5269180"/>
                  <a:pt x="3517223" y="5383586"/>
                  <a:pt x="3890441" y="5441298"/>
                </a:cubicBezTo>
                <a:cubicBezTo>
                  <a:pt x="4162855" y="5483248"/>
                  <a:pt x="4828063" y="5526341"/>
                  <a:pt x="4931282" y="5506891"/>
                </a:cubicBezTo>
                <a:cubicBezTo>
                  <a:pt x="4236330" y="5449560"/>
                  <a:pt x="3552816" y="5364900"/>
                  <a:pt x="2871593" y="5218333"/>
                </a:cubicBezTo>
                <a:close/>
                <a:moveTo>
                  <a:pt x="4720395" y="128662"/>
                </a:moveTo>
                <a:cubicBezTo>
                  <a:pt x="4329266" y="138551"/>
                  <a:pt x="3939509" y="179153"/>
                  <a:pt x="3554723" y="250059"/>
                </a:cubicBezTo>
                <a:cubicBezTo>
                  <a:pt x="3195336" y="315207"/>
                  <a:pt x="2841707" y="408943"/>
                  <a:pt x="2497230" y="530354"/>
                </a:cubicBezTo>
                <a:cubicBezTo>
                  <a:pt x="2650917" y="485354"/>
                  <a:pt x="2804728" y="441372"/>
                  <a:pt x="2960194" y="403237"/>
                </a:cubicBezTo>
                <a:cubicBezTo>
                  <a:pt x="3296586" y="321538"/>
                  <a:pt x="3637121" y="257890"/>
                  <a:pt x="3980314" y="212560"/>
                </a:cubicBezTo>
                <a:cubicBezTo>
                  <a:pt x="4212050" y="181797"/>
                  <a:pt x="4444422" y="158280"/>
                  <a:pt x="4677428" y="139593"/>
                </a:cubicBezTo>
                <a:cubicBezTo>
                  <a:pt x="4704949" y="137369"/>
                  <a:pt x="4732915" y="137369"/>
                  <a:pt x="4760675" y="134906"/>
                </a:cubicBezTo>
                <a:lnTo>
                  <a:pt x="4792997" y="130123"/>
                </a:lnTo>
                <a:lnTo>
                  <a:pt x="4798006" y="130828"/>
                </a:lnTo>
                <a:lnTo>
                  <a:pt x="4798006" y="129381"/>
                </a:lnTo>
                <a:lnTo>
                  <a:pt x="4792997" y="130123"/>
                </a:lnTo>
                <a:lnTo>
                  <a:pt x="4788863" y="129541"/>
                </a:lnTo>
                <a:cubicBezTo>
                  <a:pt x="4766106" y="127801"/>
                  <a:pt x="4743237" y="127505"/>
                  <a:pt x="4720395" y="128662"/>
                </a:cubicBezTo>
                <a:close/>
                <a:moveTo>
                  <a:pt x="6438297" y="19"/>
                </a:moveTo>
                <a:cubicBezTo>
                  <a:pt x="6802322" y="-887"/>
                  <a:pt x="7164203" y="31671"/>
                  <a:pt x="7523724" y="104129"/>
                </a:cubicBezTo>
                <a:cubicBezTo>
                  <a:pt x="7868594" y="172060"/>
                  <a:pt x="8204694" y="278661"/>
                  <a:pt x="8525668" y="421922"/>
                </a:cubicBezTo>
                <a:cubicBezTo>
                  <a:pt x="8886414" y="582180"/>
                  <a:pt x="9221001" y="795802"/>
                  <a:pt x="9518204" y="1055605"/>
                </a:cubicBezTo>
                <a:cubicBezTo>
                  <a:pt x="9701176" y="1214502"/>
                  <a:pt x="9865578" y="1393612"/>
                  <a:pt x="10008242" y="1589500"/>
                </a:cubicBezTo>
                <a:cubicBezTo>
                  <a:pt x="10117308" y="1741190"/>
                  <a:pt x="10222982" y="1895218"/>
                  <a:pt x="10325274" y="2051574"/>
                </a:cubicBezTo>
                <a:cubicBezTo>
                  <a:pt x="10446215" y="2231789"/>
                  <a:pt x="10528180" y="2435291"/>
                  <a:pt x="10565908" y="2649028"/>
                </a:cubicBezTo>
                <a:cubicBezTo>
                  <a:pt x="10584595" y="2757459"/>
                  <a:pt x="10583451" y="2862839"/>
                  <a:pt x="10542137" y="2966823"/>
                </a:cubicBezTo>
                <a:cubicBezTo>
                  <a:pt x="10530023" y="2999186"/>
                  <a:pt x="10520540" y="3032466"/>
                  <a:pt x="10513789" y="3066355"/>
                </a:cubicBezTo>
                <a:cubicBezTo>
                  <a:pt x="10490298" y="3169843"/>
                  <a:pt x="10458023" y="3271142"/>
                  <a:pt x="10417308" y="3369150"/>
                </a:cubicBezTo>
                <a:cubicBezTo>
                  <a:pt x="10279257" y="3703851"/>
                  <a:pt x="10062140" y="3980714"/>
                  <a:pt x="9794430" y="4220840"/>
                </a:cubicBezTo>
                <a:cubicBezTo>
                  <a:pt x="9475364" y="4506346"/>
                  <a:pt x="9109391" y="4716599"/>
                  <a:pt x="8719522" y="4888463"/>
                </a:cubicBezTo>
                <a:cubicBezTo>
                  <a:pt x="8388126" y="5034394"/>
                  <a:pt x="8044526" y="5145368"/>
                  <a:pt x="7693808" y="5234223"/>
                </a:cubicBezTo>
                <a:cubicBezTo>
                  <a:pt x="7495123" y="5285070"/>
                  <a:pt x="7294022" y="5324223"/>
                  <a:pt x="7092669" y="5363248"/>
                </a:cubicBezTo>
                <a:cubicBezTo>
                  <a:pt x="6809577" y="5418035"/>
                  <a:pt x="6527120" y="5474730"/>
                  <a:pt x="6240978" y="5507272"/>
                </a:cubicBezTo>
                <a:cubicBezTo>
                  <a:pt x="5982166" y="5536509"/>
                  <a:pt x="5722845" y="5554814"/>
                  <a:pt x="5462508" y="5559010"/>
                </a:cubicBezTo>
                <a:cubicBezTo>
                  <a:pt x="5103782" y="5564730"/>
                  <a:pt x="4744928" y="5576298"/>
                  <a:pt x="4386329" y="5548839"/>
                </a:cubicBezTo>
                <a:cubicBezTo>
                  <a:pt x="4089394" y="5527103"/>
                  <a:pt x="3793960" y="5488344"/>
                  <a:pt x="3501461" y="5432782"/>
                </a:cubicBezTo>
                <a:cubicBezTo>
                  <a:pt x="3204247" y="5374930"/>
                  <a:pt x="2911229" y="5297299"/>
                  <a:pt x="2624348" y="5200409"/>
                </a:cubicBezTo>
                <a:cubicBezTo>
                  <a:pt x="2488841" y="5154775"/>
                  <a:pt x="2358417" y="5094775"/>
                  <a:pt x="2221385" y="5053589"/>
                </a:cubicBezTo>
                <a:cubicBezTo>
                  <a:pt x="1859988" y="4945157"/>
                  <a:pt x="1506856" y="4815878"/>
                  <a:pt x="1173934" y="4636388"/>
                </a:cubicBezTo>
                <a:cubicBezTo>
                  <a:pt x="900250" y="4488931"/>
                  <a:pt x="647539" y="4313508"/>
                  <a:pt x="438176" y="4080883"/>
                </a:cubicBezTo>
                <a:cubicBezTo>
                  <a:pt x="146695" y="3757114"/>
                  <a:pt x="3178" y="3378811"/>
                  <a:pt x="18687" y="2942161"/>
                </a:cubicBezTo>
                <a:cubicBezTo>
                  <a:pt x="19582" y="2904814"/>
                  <a:pt x="13236" y="2867645"/>
                  <a:pt x="0" y="2832713"/>
                </a:cubicBezTo>
                <a:lnTo>
                  <a:pt x="0" y="2747290"/>
                </a:lnTo>
                <a:cubicBezTo>
                  <a:pt x="13474" y="2720341"/>
                  <a:pt x="10296" y="2690468"/>
                  <a:pt x="14746" y="2661993"/>
                </a:cubicBezTo>
                <a:cubicBezTo>
                  <a:pt x="54533" y="2409665"/>
                  <a:pt x="152923" y="2181106"/>
                  <a:pt x="292753" y="1968947"/>
                </a:cubicBezTo>
                <a:cubicBezTo>
                  <a:pt x="464108" y="1708991"/>
                  <a:pt x="680970" y="1491747"/>
                  <a:pt x="923893" y="1299417"/>
                </a:cubicBezTo>
                <a:cubicBezTo>
                  <a:pt x="1263678" y="1030182"/>
                  <a:pt x="1638930" y="820945"/>
                  <a:pt x="2035538" y="648828"/>
                </a:cubicBezTo>
                <a:cubicBezTo>
                  <a:pt x="2521001" y="438575"/>
                  <a:pt x="3025660" y="291755"/>
                  <a:pt x="3545571" y="196289"/>
                </a:cubicBezTo>
                <a:cubicBezTo>
                  <a:pt x="4094899" y="95674"/>
                  <a:pt x="4653670" y="56116"/>
                  <a:pt x="5211705" y="78323"/>
                </a:cubicBezTo>
                <a:cubicBezTo>
                  <a:pt x="5297128" y="81756"/>
                  <a:pt x="5383313" y="88620"/>
                  <a:pt x="5467720" y="77052"/>
                </a:cubicBezTo>
                <a:cubicBezTo>
                  <a:pt x="5669076" y="49467"/>
                  <a:pt x="5870557" y="24299"/>
                  <a:pt x="6073564" y="11840"/>
                </a:cubicBezTo>
                <a:cubicBezTo>
                  <a:pt x="6195374" y="4340"/>
                  <a:pt x="6316955" y="320"/>
                  <a:pt x="6438297" y="19"/>
                </a:cubicBezTo>
                <a:close/>
              </a:path>
            </a:pathLst>
          </a:custGeom>
          <a:solidFill>
            <a:srgbClr val="A14DC3"/>
          </a:solidFill>
          <a:ln w="9525" cap="flat">
            <a:noFill/>
            <a:prstDash val="solid"/>
            <a:miter/>
          </a:ln>
        </p:spPr>
        <p:txBody>
          <a:bodyPr rtlCol="0" anchor="ctr"/>
          <a:lstStyle/>
          <a:p>
            <a:endParaRPr lang="en-US"/>
          </a:p>
        </p:txBody>
      </p:sp>
      <p:sp>
        <p:nvSpPr>
          <p:cNvPr id="2" name="Title 1"/>
          <p:cNvSpPr>
            <a:spLocks noGrp="1"/>
          </p:cNvSpPr>
          <p:nvPr>
            <p:ph type="ctrTitle"/>
          </p:nvPr>
        </p:nvSpPr>
        <p:spPr>
          <a:xfrm>
            <a:off x="2066925" y="1731762"/>
            <a:ext cx="8058150" cy="2453841"/>
          </a:xfrm>
        </p:spPr>
        <p:txBody>
          <a:bodyPr>
            <a:normAutofit fontScale="90000"/>
          </a:bodyPr>
          <a:lstStyle/>
          <a:p>
            <a:pPr algn="ctr"/>
            <a:r>
              <a:rPr lang="en-US" sz="8800"/>
              <a:t>Informative Reports</a:t>
            </a:r>
          </a:p>
        </p:txBody>
      </p:sp>
      <p:sp>
        <p:nvSpPr>
          <p:cNvPr id="3" name="Subtitle 2"/>
          <p:cNvSpPr>
            <a:spLocks noGrp="1"/>
          </p:cNvSpPr>
          <p:nvPr>
            <p:ph type="subTitle" idx="1"/>
          </p:nvPr>
        </p:nvSpPr>
        <p:spPr>
          <a:xfrm>
            <a:off x="3228975" y="4599432"/>
            <a:ext cx="5734051" cy="934593"/>
          </a:xfrm>
        </p:spPr>
        <p:txBody>
          <a:bodyPr vert="horz" lIns="91440" tIns="45720" rIns="91440" bIns="45720" rtlCol="0" anchor="t">
            <a:normAutofit/>
          </a:bodyPr>
          <a:lstStyle/>
          <a:p>
            <a:pPr algn="ctr"/>
            <a:r>
              <a:rPr lang="en-US" sz="3200" dirty="0"/>
              <a:t>Unit-7</a:t>
            </a:r>
          </a:p>
        </p:txBody>
      </p:sp>
      <p:sp>
        <p:nvSpPr>
          <p:cNvPr id="19" name="Rectangle 6">
            <a:extLst>
              <a:ext uri="{FF2B5EF4-FFF2-40B4-BE49-F238E27FC236}">
                <a16:creationId xmlns:a16="http://schemas.microsoft.com/office/drawing/2014/main" xmlns="" id="{CB2E64D6-3AEB-4AFF-9475-E210F85E0AA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974206" y="441942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xmlns="" id="{AC17DE74-01C9-4859-B65A-85CF999E858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xmlns="" id="{068C0432-0E90-4CC1-8CD3-D44A90DF07E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2347414"/>
          </a:xfrm>
          <a:custGeom>
            <a:avLst/>
            <a:gdLst>
              <a:gd name="connsiteX0" fmla="*/ 0 w 12192000"/>
              <a:gd name="connsiteY0" fmla="*/ 0 h 2347414"/>
              <a:gd name="connsiteX1" fmla="*/ 12192000 w 12192000"/>
              <a:gd name="connsiteY1" fmla="*/ 0 h 2347414"/>
              <a:gd name="connsiteX2" fmla="*/ 12192000 w 12192000"/>
              <a:gd name="connsiteY2" fmla="*/ 1736458 h 2347414"/>
              <a:gd name="connsiteX3" fmla="*/ 11967601 w 12192000"/>
              <a:gd name="connsiteY3" fmla="*/ 1784034 h 2347414"/>
              <a:gd name="connsiteX4" fmla="*/ 10829000 w 12192000"/>
              <a:gd name="connsiteY4" fmla="*/ 1983294 h 2347414"/>
              <a:gd name="connsiteX5" fmla="*/ 10743779 w 12192000"/>
              <a:gd name="connsiteY5" fmla="*/ 1996027 h 2347414"/>
              <a:gd name="connsiteX6" fmla="*/ 10829254 w 12192000"/>
              <a:gd name="connsiteY6" fmla="*/ 1987751 h 2347414"/>
              <a:gd name="connsiteX7" fmla="*/ 10847162 w 12192000"/>
              <a:gd name="connsiteY7" fmla="*/ 1988388 h 2347414"/>
              <a:gd name="connsiteX8" fmla="*/ 11575155 w 12192000"/>
              <a:gd name="connsiteY8" fmla="*/ 1921415 h 2347414"/>
              <a:gd name="connsiteX9" fmla="*/ 12192000 w 12192000"/>
              <a:gd name="connsiteY9" fmla="*/ 1851213 h 2347414"/>
              <a:gd name="connsiteX10" fmla="*/ 12192000 w 12192000"/>
              <a:gd name="connsiteY10" fmla="*/ 1907356 h 2347414"/>
              <a:gd name="connsiteX11" fmla="*/ 12035532 w 12192000"/>
              <a:gd name="connsiteY11" fmla="*/ 1927033 h 2347414"/>
              <a:gd name="connsiteX12" fmla="*/ 11576932 w 12192000"/>
              <a:gd name="connsiteY12" fmla="*/ 1976291 h 2347414"/>
              <a:gd name="connsiteX13" fmla="*/ 10627316 w 12192000"/>
              <a:gd name="connsiteY13" fmla="*/ 2061470 h 2347414"/>
              <a:gd name="connsiteX14" fmla="*/ 9804196 w 12192000"/>
              <a:gd name="connsiteY14" fmla="*/ 2123478 h 2347414"/>
              <a:gd name="connsiteX15" fmla="*/ 9243851 w 12192000"/>
              <a:gd name="connsiteY15" fmla="*/ 2180008 h 2347414"/>
              <a:gd name="connsiteX16" fmla="*/ 8731259 w 12192000"/>
              <a:gd name="connsiteY16" fmla="*/ 2225081 h 2347414"/>
              <a:gd name="connsiteX17" fmla="*/ 8065752 w 12192000"/>
              <a:gd name="connsiteY17" fmla="*/ 2271681 h 2347414"/>
              <a:gd name="connsiteX18" fmla="*/ 7658065 w 12192000"/>
              <a:gd name="connsiteY18" fmla="*/ 2292562 h 2347414"/>
              <a:gd name="connsiteX19" fmla="*/ 6531024 w 12192000"/>
              <a:gd name="connsiteY19" fmla="*/ 2324138 h 2347414"/>
              <a:gd name="connsiteX20" fmla="*/ 6178331 w 12192000"/>
              <a:gd name="connsiteY20" fmla="*/ 2345655 h 2347414"/>
              <a:gd name="connsiteX21" fmla="*/ 5977282 w 12192000"/>
              <a:gd name="connsiteY21" fmla="*/ 2344127 h 2347414"/>
              <a:gd name="connsiteX22" fmla="*/ 5367658 w 12192000"/>
              <a:gd name="connsiteY22" fmla="*/ 2329230 h 2347414"/>
              <a:gd name="connsiteX23" fmla="*/ 4387306 w 12192000"/>
              <a:gd name="connsiteY23" fmla="*/ 2288614 h 2347414"/>
              <a:gd name="connsiteX24" fmla="*/ 4180287 w 12192000"/>
              <a:gd name="connsiteY24" fmla="*/ 2280211 h 2347414"/>
              <a:gd name="connsiteX25" fmla="*/ 3842199 w 12192000"/>
              <a:gd name="connsiteY25" fmla="*/ 2257039 h 2347414"/>
              <a:gd name="connsiteX26" fmla="*/ 3730309 w 12192000"/>
              <a:gd name="connsiteY26" fmla="*/ 2251182 h 2347414"/>
              <a:gd name="connsiteX27" fmla="*/ 3425496 w 12192000"/>
              <a:gd name="connsiteY27" fmla="*/ 2231320 h 2347414"/>
              <a:gd name="connsiteX28" fmla="*/ 3076106 w 12192000"/>
              <a:gd name="connsiteY28" fmla="*/ 2201781 h 2347414"/>
              <a:gd name="connsiteX29" fmla="*/ 2819682 w 12192000"/>
              <a:gd name="connsiteY29" fmla="*/ 2182427 h 2347414"/>
              <a:gd name="connsiteX30" fmla="*/ 2525539 w 12192000"/>
              <a:gd name="connsiteY30" fmla="*/ 2152888 h 2347414"/>
              <a:gd name="connsiteX31" fmla="*/ 2311915 w 12192000"/>
              <a:gd name="connsiteY31" fmla="*/ 2133536 h 2347414"/>
              <a:gd name="connsiteX32" fmla="*/ 2054223 w 12192000"/>
              <a:gd name="connsiteY32" fmla="*/ 2104760 h 2347414"/>
              <a:gd name="connsiteX33" fmla="*/ 1865367 w 12192000"/>
              <a:gd name="connsiteY33" fmla="*/ 2084770 h 2347414"/>
              <a:gd name="connsiteX34" fmla="*/ 1629263 w 12192000"/>
              <a:gd name="connsiteY34" fmla="*/ 2055996 h 2347414"/>
              <a:gd name="connsiteX35" fmla="*/ 1458823 w 12192000"/>
              <a:gd name="connsiteY35" fmla="*/ 2035751 h 2347414"/>
              <a:gd name="connsiteX36" fmla="*/ 1241390 w 12192000"/>
              <a:gd name="connsiteY36" fmla="*/ 2007103 h 2347414"/>
              <a:gd name="connsiteX37" fmla="*/ 1047453 w 12192000"/>
              <a:gd name="connsiteY37" fmla="*/ 1980748 h 2347414"/>
              <a:gd name="connsiteX38" fmla="*/ 814907 w 12192000"/>
              <a:gd name="connsiteY38" fmla="*/ 1949045 h 2347414"/>
              <a:gd name="connsiteX39" fmla="*/ 592649 w 12192000"/>
              <a:gd name="connsiteY39" fmla="*/ 1913776 h 2347414"/>
              <a:gd name="connsiteX40" fmla="*/ 343591 w 12192000"/>
              <a:gd name="connsiteY40" fmla="*/ 1872650 h 2347414"/>
              <a:gd name="connsiteX41" fmla="*/ 35731 w 12192000"/>
              <a:gd name="connsiteY41" fmla="*/ 1821722 h 2347414"/>
              <a:gd name="connsiteX42" fmla="*/ 0 w 12192000"/>
              <a:gd name="connsiteY42" fmla="*/ 1814848 h 2347414"/>
              <a:gd name="connsiteX43" fmla="*/ 0 w 12192000"/>
              <a:gd name="connsiteY43" fmla="*/ 1758489 h 2347414"/>
              <a:gd name="connsiteX44" fmla="*/ 274248 w 12192000"/>
              <a:gd name="connsiteY44" fmla="*/ 1808735 h 2347414"/>
              <a:gd name="connsiteX45" fmla="*/ 498157 w 12192000"/>
              <a:gd name="connsiteY45" fmla="*/ 1846167 h 2347414"/>
              <a:gd name="connsiteX46" fmla="*/ 722828 w 12192000"/>
              <a:gd name="connsiteY46" fmla="*/ 1878635 h 2347414"/>
              <a:gd name="connsiteX47" fmla="*/ 949913 w 12192000"/>
              <a:gd name="connsiteY47" fmla="*/ 1912375 h 2347414"/>
              <a:gd name="connsiteX48" fmla="*/ 1195414 w 12192000"/>
              <a:gd name="connsiteY48" fmla="*/ 1947516 h 2347414"/>
              <a:gd name="connsiteX49" fmla="*/ 1342867 w 12192000"/>
              <a:gd name="connsiteY49" fmla="*/ 1968397 h 2347414"/>
              <a:gd name="connsiteX50" fmla="*/ 1518007 w 12192000"/>
              <a:gd name="connsiteY50" fmla="*/ 1988006 h 2347414"/>
              <a:gd name="connsiteX51" fmla="*/ 1701403 w 12192000"/>
              <a:gd name="connsiteY51" fmla="*/ 2010669 h 2347414"/>
              <a:gd name="connsiteX52" fmla="*/ 1879210 w 12192000"/>
              <a:gd name="connsiteY52" fmla="*/ 2031167 h 2347414"/>
              <a:gd name="connsiteX53" fmla="*/ 2068702 w 12192000"/>
              <a:gd name="connsiteY53" fmla="*/ 2052940 h 2347414"/>
              <a:gd name="connsiteX54" fmla="*/ 2212090 w 12192000"/>
              <a:gd name="connsiteY54" fmla="*/ 2067583 h 2347414"/>
              <a:gd name="connsiteX55" fmla="*/ 2416949 w 12192000"/>
              <a:gd name="connsiteY55" fmla="*/ 2089609 h 2347414"/>
              <a:gd name="connsiteX56" fmla="*/ 2582055 w 12192000"/>
              <a:gd name="connsiteY56" fmla="*/ 2105397 h 2347414"/>
              <a:gd name="connsiteX57" fmla="*/ 2802282 w 12192000"/>
              <a:gd name="connsiteY57" fmla="*/ 2126405 h 2347414"/>
              <a:gd name="connsiteX58" fmla="*/ 2984916 w 12192000"/>
              <a:gd name="connsiteY58" fmla="*/ 2141684 h 2347414"/>
              <a:gd name="connsiteX59" fmla="*/ 3241847 w 12192000"/>
              <a:gd name="connsiteY59" fmla="*/ 2164094 h 2347414"/>
              <a:gd name="connsiteX60" fmla="*/ 3439848 w 12192000"/>
              <a:gd name="connsiteY60" fmla="*/ 2176826 h 2347414"/>
              <a:gd name="connsiteX61" fmla="*/ 3658678 w 12192000"/>
              <a:gd name="connsiteY61" fmla="*/ 2194523 h 2347414"/>
              <a:gd name="connsiteX62" fmla="*/ 3881317 w 12192000"/>
              <a:gd name="connsiteY62" fmla="*/ 2206491 h 2347414"/>
              <a:gd name="connsiteX63" fmla="*/ 4148916 w 12192000"/>
              <a:gd name="connsiteY63" fmla="*/ 2225081 h 2347414"/>
              <a:gd name="connsiteX64" fmla="*/ 4468337 w 12192000"/>
              <a:gd name="connsiteY64" fmla="*/ 2237813 h 2347414"/>
              <a:gd name="connsiteX65" fmla="*/ 4605375 w 12192000"/>
              <a:gd name="connsiteY65" fmla="*/ 2240232 h 2347414"/>
              <a:gd name="connsiteX66" fmla="*/ 4527647 w 12192000"/>
              <a:gd name="connsiteY66" fmla="*/ 2236412 h 2347414"/>
              <a:gd name="connsiteX67" fmla="*/ 4175589 w 12192000"/>
              <a:gd name="connsiteY67" fmla="*/ 2212985 h 2347414"/>
              <a:gd name="connsiteX68" fmla="*/ 3988255 w 12192000"/>
              <a:gd name="connsiteY68" fmla="*/ 2200253 h 2347414"/>
              <a:gd name="connsiteX69" fmla="*/ 3686492 w 12192000"/>
              <a:gd name="connsiteY69" fmla="*/ 2176062 h 2347414"/>
              <a:gd name="connsiteX70" fmla="*/ 3517320 w 12192000"/>
              <a:gd name="connsiteY70" fmla="*/ 2163330 h 2347414"/>
              <a:gd name="connsiteX71" fmla="*/ 3258357 w 12192000"/>
              <a:gd name="connsiteY71" fmla="*/ 2139519 h 2347414"/>
              <a:gd name="connsiteX72" fmla="*/ 3101506 w 12192000"/>
              <a:gd name="connsiteY72" fmla="*/ 2126787 h 2347414"/>
              <a:gd name="connsiteX73" fmla="*/ 2809395 w 12192000"/>
              <a:gd name="connsiteY73" fmla="*/ 2097502 h 2347414"/>
              <a:gd name="connsiteX74" fmla="*/ 2598566 w 12192000"/>
              <a:gd name="connsiteY74" fmla="*/ 2078532 h 2347414"/>
              <a:gd name="connsiteX75" fmla="*/ 2337444 w 12192000"/>
              <a:gd name="connsiteY75" fmla="*/ 2048611 h 2347414"/>
              <a:gd name="connsiteX76" fmla="*/ 2091054 w 12192000"/>
              <a:gd name="connsiteY76" fmla="*/ 2023146 h 2347414"/>
              <a:gd name="connsiteX77" fmla="*/ 1755761 w 12192000"/>
              <a:gd name="connsiteY77" fmla="*/ 1981384 h 2347414"/>
              <a:gd name="connsiteX78" fmla="*/ 1441169 w 12192000"/>
              <a:gd name="connsiteY78" fmla="*/ 1943824 h 2347414"/>
              <a:gd name="connsiteX79" fmla="*/ 1017607 w 12192000"/>
              <a:gd name="connsiteY79" fmla="*/ 1883345 h 2347414"/>
              <a:gd name="connsiteX80" fmla="*/ 594427 w 12192000"/>
              <a:gd name="connsiteY80" fmla="*/ 1821849 h 2347414"/>
              <a:gd name="connsiteX81" fmla="*/ 200711 w 12192000"/>
              <a:gd name="connsiteY81" fmla="*/ 1755132 h 2347414"/>
              <a:gd name="connsiteX82" fmla="*/ 0 w 12192000"/>
              <a:gd name="connsiteY82" fmla="*/ 1718743 h 2347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2192000" h="2347414">
                <a:moveTo>
                  <a:pt x="0" y="0"/>
                </a:moveTo>
                <a:lnTo>
                  <a:pt x="12192000" y="0"/>
                </a:lnTo>
                <a:lnTo>
                  <a:pt x="12192000" y="1736458"/>
                </a:lnTo>
                <a:lnTo>
                  <a:pt x="11967601" y="1784034"/>
                </a:lnTo>
                <a:cubicBezTo>
                  <a:pt x="11589888" y="1859409"/>
                  <a:pt x="11209762" y="1923961"/>
                  <a:pt x="10829000" y="1983294"/>
                </a:cubicBezTo>
                <a:lnTo>
                  <a:pt x="10743779" y="1996027"/>
                </a:lnTo>
                <a:cubicBezTo>
                  <a:pt x="10772495" y="1996778"/>
                  <a:pt x="10801211" y="1993989"/>
                  <a:pt x="10829254" y="1987751"/>
                </a:cubicBezTo>
                <a:cubicBezTo>
                  <a:pt x="10835198" y="1988337"/>
                  <a:pt x="10841180" y="1988553"/>
                  <a:pt x="10847162" y="1988388"/>
                </a:cubicBezTo>
                <a:cubicBezTo>
                  <a:pt x="11090123" y="1968907"/>
                  <a:pt x="11332703" y="1945734"/>
                  <a:pt x="11575155" y="1921415"/>
                </a:cubicBezTo>
                <a:lnTo>
                  <a:pt x="12192000" y="1851213"/>
                </a:lnTo>
                <a:lnTo>
                  <a:pt x="12192000" y="1907356"/>
                </a:lnTo>
                <a:lnTo>
                  <a:pt x="12035532" y="1927033"/>
                </a:lnTo>
                <a:cubicBezTo>
                  <a:pt x="11882793" y="1944747"/>
                  <a:pt x="11729910" y="1961077"/>
                  <a:pt x="11576932" y="1976291"/>
                </a:cubicBezTo>
                <a:cubicBezTo>
                  <a:pt x="11260690" y="2008122"/>
                  <a:pt x="10944193" y="2037279"/>
                  <a:pt x="10627316" y="2061470"/>
                </a:cubicBezTo>
                <a:cubicBezTo>
                  <a:pt x="10352985" y="2082351"/>
                  <a:pt x="10078401" y="2100431"/>
                  <a:pt x="9804196" y="2123478"/>
                </a:cubicBezTo>
                <a:cubicBezTo>
                  <a:pt x="9617118" y="2139137"/>
                  <a:pt x="9430675" y="2161674"/>
                  <a:pt x="9243851" y="2180008"/>
                </a:cubicBezTo>
                <a:cubicBezTo>
                  <a:pt x="9073157" y="2196433"/>
                  <a:pt x="8902207" y="2211966"/>
                  <a:pt x="8731259" y="2225081"/>
                </a:cubicBezTo>
                <a:cubicBezTo>
                  <a:pt x="8509507" y="2242054"/>
                  <a:pt x="8287667" y="2257586"/>
                  <a:pt x="8065752" y="2271681"/>
                </a:cubicBezTo>
                <a:cubicBezTo>
                  <a:pt x="7929984" y="2280466"/>
                  <a:pt x="7793961" y="2285814"/>
                  <a:pt x="7658065" y="2292562"/>
                </a:cubicBezTo>
                <a:cubicBezTo>
                  <a:pt x="7282640" y="2311661"/>
                  <a:pt x="6906704" y="2314208"/>
                  <a:pt x="6531024" y="2324138"/>
                </a:cubicBezTo>
                <a:cubicBezTo>
                  <a:pt x="6413417" y="2327322"/>
                  <a:pt x="6295937" y="2338399"/>
                  <a:pt x="6178331" y="2345655"/>
                </a:cubicBezTo>
                <a:cubicBezTo>
                  <a:pt x="6111271" y="2349730"/>
                  <a:pt x="6044342" y="2345655"/>
                  <a:pt x="5977282" y="2344127"/>
                </a:cubicBezTo>
                <a:cubicBezTo>
                  <a:pt x="5774073" y="2338908"/>
                  <a:pt x="5570866" y="2334960"/>
                  <a:pt x="5367658" y="2329230"/>
                </a:cubicBezTo>
                <a:cubicBezTo>
                  <a:pt x="5040746" y="2319809"/>
                  <a:pt x="4713963" y="2306274"/>
                  <a:pt x="4387306" y="2288614"/>
                </a:cubicBezTo>
                <a:cubicBezTo>
                  <a:pt x="4318342" y="2284796"/>
                  <a:pt x="4249253" y="2284286"/>
                  <a:pt x="4180287" y="2280211"/>
                </a:cubicBezTo>
                <a:cubicBezTo>
                  <a:pt x="4067634" y="2273463"/>
                  <a:pt x="3954980" y="2265060"/>
                  <a:pt x="3842199" y="2257039"/>
                </a:cubicBezTo>
                <a:cubicBezTo>
                  <a:pt x="3804988" y="2254492"/>
                  <a:pt x="3767648" y="2254620"/>
                  <a:pt x="3730309" y="2251182"/>
                </a:cubicBezTo>
                <a:cubicBezTo>
                  <a:pt x="3628704" y="2242142"/>
                  <a:pt x="3527101" y="2238449"/>
                  <a:pt x="3425496" y="2231320"/>
                </a:cubicBezTo>
                <a:cubicBezTo>
                  <a:pt x="3308906" y="2222534"/>
                  <a:pt x="3192569" y="2211330"/>
                  <a:pt x="3076106" y="2201781"/>
                </a:cubicBezTo>
                <a:cubicBezTo>
                  <a:pt x="2990757" y="2194905"/>
                  <a:pt x="2905157" y="2190067"/>
                  <a:pt x="2819682" y="2182427"/>
                </a:cubicBezTo>
                <a:cubicBezTo>
                  <a:pt x="2721507" y="2173515"/>
                  <a:pt x="2623586" y="2162311"/>
                  <a:pt x="2525539" y="2152888"/>
                </a:cubicBezTo>
                <a:cubicBezTo>
                  <a:pt x="2454289" y="2145886"/>
                  <a:pt x="2383038" y="2140920"/>
                  <a:pt x="2311915" y="2133536"/>
                </a:cubicBezTo>
                <a:cubicBezTo>
                  <a:pt x="2225933" y="2124749"/>
                  <a:pt x="2140204" y="2114182"/>
                  <a:pt x="2054223" y="2104760"/>
                </a:cubicBezTo>
                <a:cubicBezTo>
                  <a:pt x="1990719" y="2097758"/>
                  <a:pt x="1928233" y="2092028"/>
                  <a:pt x="1865367" y="2084770"/>
                </a:cubicBezTo>
                <a:cubicBezTo>
                  <a:pt x="1786622" y="2075603"/>
                  <a:pt x="1708006" y="2065545"/>
                  <a:pt x="1629263" y="2055996"/>
                </a:cubicBezTo>
                <a:cubicBezTo>
                  <a:pt x="1572492" y="2049120"/>
                  <a:pt x="1515595" y="2043264"/>
                  <a:pt x="1458823" y="2035751"/>
                </a:cubicBezTo>
                <a:cubicBezTo>
                  <a:pt x="1386303" y="2026585"/>
                  <a:pt x="1313784" y="2016780"/>
                  <a:pt x="1241390" y="2007103"/>
                </a:cubicBezTo>
                <a:lnTo>
                  <a:pt x="1047453" y="1980748"/>
                </a:lnTo>
                <a:cubicBezTo>
                  <a:pt x="969980" y="1970180"/>
                  <a:pt x="892254" y="1960377"/>
                  <a:pt x="814907" y="1949045"/>
                </a:cubicBezTo>
                <a:cubicBezTo>
                  <a:pt x="740609" y="1938094"/>
                  <a:pt x="666692" y="1925744"/>
                  <a:pt x="592649" y="1913776"/>
                </a:cubicBezTo>
                <a:cubicBezTo>
                  <a:pt x="509587" y="1900280"/>
                  <a:pt x="426653" y="1886274"/>
                  <a:pt x="343591" y="1872650"/>
                </a:cubicBezTo>
                <a:cubicBezTo>
                  <a:pt x="240972" y="1855716"/>
                  <a:pt x="138225" y="1839673"/>
                  <a:pt x="35731" y="1821722"/>
                </a:cubicBezTo>
                <a:lnTo>
                  <a:pt x="0" y="1814848"/>
                </a:lnTo>
                <a:lnTo>
                  <a:pt x="0" y="1758489"/>
                </a:lnTo>
                <a:lnTo>
                  <a:pt x="274248" y="1808735"/>
                </a:lnTo>
                <a:cubicBezTo>
                  <a:pt x="348926" y="1821467"/>
                  <a:pt x="423604" y="1832798"/>
                  <a:pt x="498157" y="1846167"/>
                </a:cubicBezTo>
                <a:cubicBezTo>
                  <a:pt x="572708" y="1859536"/>
                  <a:pt x="647896" y="1867813"/>
                  <a:pt x="722828" y="1878635"/>
                </a:cubicBezTo>
                <a:cubicBezTo>
                  <a:pt x="797762" y="1889457"/>
                  <a:pt x="874219" y="1901426"/>
                  <a:pt x="949913" y="1912375"/>
                </a:cubicBezTo>
                <a:cubicBezTo>
                  <a:pt x="1031704" y="1924343"/>
                  <a:pt x="1113496" y="1935802"/>
                  <a:pt x="1195414" y="1947516"/>
                </a:cubicBezTo>
                <a:cubicBezTo>
                  <a:pt x="1244566" y="1954519"/>
                  <a:pt x="1293589" y="1962285"/>
                  <a:pt x="1342867" y="1968397"/>
                </a:cubicBezTo>
                <a:cubicBezTo>
                  <a:pt x="1401162" y="1975656"/>
                  <a:pt x="1459712" y="1981130"/>
                  <a:pt x="1518007" y="1988006"/>
                </a:cubicBezTo>
                <a:cubicBezTo>
                  <a:pt x="1579224" y="1995263"/>
                  <a:pt x="1640186" y="2003411"/>
                  <a:pt x="1701403" y="2010669"/>
                </a:cubicBezTo>
                <a:cubicBezTo>
                  <a:pt x="1762618" y="2017926"/>
                  <a:pt x="1820279" y="2024292"/>
                  <a:pt x="1879210" y="2031167"/>
                </a:cubicBezTo>
                <a:cubicBezTo>
                  <a:pt x="1942712" y="2038425"/>
                  <a:pt x="2006214" y="2046064"/>
                  <a:pt x="2068702" y="2052940"/>
                </a:cubicBezTo>
                <a:cubicBezTo>
                  <a:pt x="2116455" y="2058160"/>
                  <a:pt x="2164335" y="2062362"/>
                  <a:pt x="2212090" y="2067583"/>
                </a:cubicBezTo>
                <a:cubicBezTo>
                  <a:pt x="2280419" y="2074967"/>
                  <a:pt x="2348493" y="2085152"/>
                  <a:pt x="2416949" y="2089609"/>
                </a:cubicBezTo>
                <a:cubicBezTo>
                  <a:pt x="2472070" y="2093302"/>
                  <a:pt x="2526936" y="2099540"/>
                  <a:pt x="2582055" y="2105397"/>
                </a:cubicBezTo>
                <a:cubicBezTo>
                  <a:pt x="2655337" y="2113291"/>
                  <a:pt x="2729001" y="2119785"/>
                  <a:pt x="2802282" y="2126405"/>
                </a:cubicBezTo>
                <a:cubicBezTo>
                  <a:pt x="2862991" y="2131753"/>
                  <a:pt x="2924207" y="2136337"/>
                  <a:pt x="2984916" y="2141684"/>
                </a:cubicBezTo>
                <a:cubicBezTo>
                  <a:pt x="3070516" y="2149324"/>
                  <a:pt x="3156373" y="2152888"/>
                  <a:pt x="3241847" y="2164094"/>
                </a:cubicBezTo>
                <a:cubicBezTo>
                  <a:pt x="3307255" y="2172624"/>
                  <a:pt x="3374060" y="2169822"/>
                  <a:pt x="3439848" y="2176826"/>
                </a:cubicBezTo>
                <a:cubicBezTo>
                  <a:pt x="3512622" y="2184592"/>
                  <a:pt x="3585777" y="2186247"/>
                  <a:pt x="3658678" y="2194523"/>
                </a:cubicBezTo>
                <a:cubicBezTo>
                  <a:pt x="3731578" y="2202800"/>
                  <a:pt x="3807019" y="2201781"/>
                  <a:pt x="3881317" y="2206491"/>
                </a:cubicBezTo>
                <a:cubicBezTo>
                  <a:pt x="3970222" y="2212094"/>
                  <a:pt x="4059124" y="2223552"/>
                  <a:pt x="4148916" y="2225081"/>
                </a:cubicBezTo>
                <a:cubicBezTo>
                  <a:pt x="4255600" y="2226736"/>
                  <a:pt x="4361779" y="2236539"/>
                  <a:pt x="4468337" y="2237813"/>
                </a:cubicBezTo>
                <a:cubicBezTo>
                  <a:pt x="4511390" y="2238577"/>
                  <a:pt x="4554190" y="2246852"/>
                  <a:pt x="4605375" y="2240232"/>
                </a:cubicBezTo>
                <a:cubicBezTo>
                  <a:pt x="4574131" y="2238704"/>
                  <a:pt x="4550762" y="2237940"/>
                  <a:pt x="4527647" y="2236412"/>
                </a:cubicBezTo>
                <a:cubicBezTo>
                  <a:pt x="4410293" y="2228773"/>
                  <a:pt x="4292942" y="2220751"/>
                  <a:pt x="4175589" y="2212985"/>
                </a:cubicBezTo>
                <a:cubicBezTo>
                  <a:pt x="4113101" y="2208783"/>
                  <a:pt x="4050615" y="2205219"/>
                  <a:pt x="3988255" y="2200253"/>
                </a:cubicBezTo>
                <a:cubicBezTo>
                  <a:pt x="3887668" y="2192487"/>
                  <a:pt x="3787079" y="2184082"/>
                  <a:pt x="3686492" y="2176062"/>
                </a:cubicBezTo>
                <a:cubicBezTo>
                  <a:pt x="3630102" y="2171605"/>
                  <a:pt x="3573711" y="2168040"/>
                  <a:pt x="3517320" y="2163330"/>
                </a:cubicBezTo>
                <a:cubicBezTo>
                  <a:pt x="3430958" y="2155689"/>
                  <a:pt x="3344721" y="2147159"/>
                  <a:pt x="3258357" y="2139519"/>
                </a:cubicBezTo>
                <a:cubicBezTo>
                  <a:pt x="3206031" y="2134809"/>
                  <a:pt x="3153705" y="2131371"/>
                  <a:pt x="3101506" y="2126787"/>
                </a:cubicBezTo>
                <a:cubicBezTo>
                  <a:pt x="3004220" y="2117365"/>
                  <a:pt x="2907061" y="2106798"/>
                  <a:pt x="2809395" y="2097502"/>
                </a:cubicBezTo>
                <a:cubicBezTo>
                  <a:pt x="2739161" y="2090628"/>
                  <a:pt x="2668673" y="2085916"/>
                  <a:pt x="2598566" y="2078532"/>
                </a:cubicBezTo>
                <a:cubicBezTo>
                  <a:pt x="2511441" y="2069365"/>
                  <a:pt x="2424569" y="2058160"/>
                  <a:pt x="2337444" y="2048611"/>
                </a:cubicBezTo>
                <a:cubicBezTo>
                  <a:pt x="2255399" y="2039699"/>
                  <a:pt x="2173099" y="2032950"/>
                  <a:pt x="2091054" y="2023146"/>
                </a:cubicBezTo>
                <a:cubicBezTo>
                  <a:pt x="1979162" y="2010414"/>
                  <a:pt x="1867524" y="1995008"/>
                  <a:pt x="1755761" y="1981384"/>
                </a:cubicBezTo>
                <a:cubicBezTo>
                  <a:pt x="1650982" y="1968652"/>
                  <a:pt x="1545821" y="1957830"/>
                  <a:pt x="1441169" y="1943824"/>
                </a:cubicBezTo>
                <a:cubicBezTo>
                  <a:pt x="1299813" y="1924980"/>
                  <a:pt x="1158837" y="1903718"/>
                  <a:pt x="1017607" y="1883345"/>
                </a:cubicBezTo>
                <a:cubicBezTo>
                  <a:pt x="876378" y="1862974"/>
                  <a:pt x="735402" y="1844003"/>
                  <a:pt x="594427" y="1821849"/>
                </a:cubicBezTo>
                <a:cubicBezTo>
                  <a:pt x="462850" y="1801222"/>
                  <a:pt x="331526" y="1778304"/>
                  <a:pt x="200711" y="1755132"/>
                </a:cubicBezTo>
                <a:lnTo>
                  <a:pt x="0" y="1718743"/>
                </a:lnTo>
                <a:close/>
              </a:path>
            </a:pathLst>
          </a:custGeom>
          <a:solidFill>
            <a:srgbClr val="A14DC3"/>
          </a:solidFill>
          <a:ln w="8199"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xmlns="" id="{BF5516DE-808F-45D9-B888-111C8DACC041}"/>
              </a:ext>
            </a:extLst>
          </p:cNvPr>
          <p:cNvSpPr>
            <a:spLocks noGrp="1"/>
          </p:cNvSpPr>
          <p:nvPr>
            <p:ph type="title"/>
          </p:nvPr>
        </p:nvSpPr>
        <p:spPr>
          <a:xfrm>
            <a:off x="838200" y="113674"/>
            <a:ext cx="10515600" cy="1261802"/>
          </a:xfrm>
        </p:spPr>
        <p:txBody>
          <a:bodyPr>
            <a:normAutofit/>
          </a:bodyPr>
          <a:lstStyle/>
          <a:p>
            <a:r>
              <a:rPr lang="en-US" sz="6800" b="1" dirty="0">
                <a:ea typeface="+mj-lt"/>
                <a:cs typeface="+mj-lt"/>
              </a:rPr>
              <a:t>Informative Reports:</a:t>
            </a:r>
            <a:endParaRPr lang="en-US" dirty="0"/>
          </a:p>
        </p:txBody>
      </p:sp>
      <p:sp>
        <p:nvSpPr>
          <p:cNvPr id="3" name="Content Placeholder 2">
            <a:extLst>
              <a:ext uri="{FF2B5EF4-FFF2-40B4-BE49-F238E27FC236}">
                <a16:creationId xmlns:a16="http://schemas.microsoft.com/office/drawing/2014/main" xmlns="" id="{826BB0F8-A86E-4D0E-B595-537B7B63FAB2}"/>
              </a:ext>
            </a:extLst>
          </p:cNvPr>
          <p:cNvSpPr>
            <a:spLocks noGrp="1"/>
          </p:cNvSpPr>
          <p:nvPr>
            <p:ph idx="1"/>
          </p:nvPr>
        </p:nvSpPr>
        <p:spPr>
          <a:xfrm>
            <a:off x="320616" y="1235318"/>
            <a:ext cx="11033184" cy="5617380"/>
          </a:xfrm>
        </p:spPr>
        <p:txBody>
          <a:bodyPr vert="horz" lIns="91440" tIns="45720" rIns="91440" bIns="45720" rtlCol="0" anchor="t">
            <a:normAutofit fontScale="77500" lnSpcReduction="20000"/>
          </a:bodyPr>
          <a:lstStyle/>
          <a:p>
            <a:pPr marL="0" indent="0">
              <a:buNone/>
            </a:pPr>
            <a:r>
              <a:rPr lang="en-US" dirty="0">
                <a:ea typeface="+mn-lt"/>
                <a:cs typeface="+mn-lt"/>
              </a:rPr>
              <a:t>Informative reports are those reports that relay different information related to particular work and its progress. They are</a:t>
            </a:r>
            <a:r>
              <a:rPr lang="en-US" b="1" dirty="0">
                <a:ea typeface="+mn-lt"/>
                <a:cs typeface="+mn-lt"/>
              </a:rPr>
              <a:t> </a:t>
            </a:r>
            <a:r>
              <a:rPr lang="en-US" dirty="0">
                <a:ea typeface="+mn-lt"/>
                <a:cs typeface="+mn-lt"/>
              </a:rPr>
              <a:t>factual texts which provide information about something used as a way to run a business or any other sector of profession. The specialty of informative reports is that they use facts to explain and give details about a topic but they do not contain personal views. Generally, informative reports are in written form, but can also be presented orally (spoken).</a:t>
            </a:r>
            <a:endParaRPr lang="en-US" b="1" dirty="0">
              <a:ea typeface="+mn-lt"/>
              <a:cs typeface="+mn-lt"/>
            </a:endParaRPr>
          </a:p>
          <a:p>
            <a:pPr>
              <a:buNone/>
            </a:pPr>
            <a:r>
              <a:rPr lang="en-US" dirty="0">
                <a:ea typeface="+mn-lt"/>
                <a:cs typeface="+mn-lt"/>
              </a:rPr>
              <a:t>Informative reports serve two purposes: </a:t>
            </a:r>
          </a:p>
          <a:p>
            <a:pPr>
              <a:buNone/>
            </a:pPr>
            <a:r>
              <a:rPr lang="en-US" dirty="0">
                <a:ea typeface="+mn-lt"/>
                <a:cs typeface="+mn-lt"/>
              </a:rPr>
              <a:t>1. Provide a record of accomplishments (individual, department, organization) </a:t>
            </a:r>
          </a:p>
          <a:p>
            <a:pPr>
              <a:buNone/>
            </a:pPr>
            <a:r>
              <a:rPr lang="en-US" dirty="0">
                <a:ea typeface="+mn-lt"/>
                <a:cs typeface="+mn-lt"/>
              </a:rPr>
              <a:t>2. Share information on projects between employees or departments.</a:t>
            </a:r>
          </a:p>
          <a:p>
            <a:pPr>
              <a:buNone/>
            </a:pPr>
            <a:r>
              <a:rPr lang="en-US" dirty="0">
                <a:ea typeface="+mn-lt"/>
                <a:cs typeface="+mn-lt"/>
              </a:rPr>
              <a:t>In this chapter, we are dealing with: </a:t>
            </a:r>
          </a:p>
          <a:p>
            <a:pPr>
              <a:buNone/>
            </a:pPr>
            <a:r>
              <a:rPr lang="en-US" dirty="0">
                <a:ea typeface="+mn-lt"/>
                <a:cs typeface="+mn-lt"/>
              </a:rPr>
              <a:t>a. summaries and abstracts</a:t>
            </a:r>
          </a:p>
          <a:p>
            <a:pPr>
              <a:buNone/>
            </a:pPr>
            <a:r>
              <a:rPr lang="en-US" dirty="0">
                <a:ea typeface="+mn-lt"/>
                <a:cs typeface="+mn-lt"/>
              </a:rPr>
              <a:t>b. mechanism descriptions</a:t>
            </a:r>
          </a:p>
          <a:p>
            <a:pPr>
              <a:buNone/>
            </a:pPr>
            <a:r>
              <a:rPr lang="en-US" dirty="0">
                <a:ea typeface="+mn-lt"/>
                <a:cs typeface="+mn-lt"/>
              </a:rPr>
              <a:t>c. progress and periodic reports</a:t>
            </a:r>
          </a:p>
          <a:p>
            <a:pPr>
              <a:buNone/>
            </a:pPr>
            <a:r>
              <a:rPr lang="en-US" dirty="0">
                <a:ea typeface="+mn-lt"/>
                <a:cs typeface="+mn-lt"/>
              </a:rPr>
              <a:t>d. news releases.</a:t>
            </a:r>
          </a:p>
          <a:p>
            <a:pPr marL="0" indent="0">
              <a:buNone/>
            </a:pPr>
            <a:endParaRPr lang="en-US" dirty="0"/>
          </a:p>
        </p:txBody>
      </p:sp>
    </p:spTree>
    <p:extLst>
      <p:ext uri="{BB962C8B-B14F-4D97-AF65-F5344CB8AC3E}">
        <p14:creationId xmlns:p14="http://schemas.microsoft.com/office/powerpoint/2010/main" val="1600824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73316E-6EC1-4806-B401-640CA409D5AA}"/>
              </a:ext>
            </a:extLst>
          </p:cNvPr>
          <p:cNvSpPr>
            <a:spLocks noGrp="1"/>
          </p:cNvSpPr>
          <p:nvPr>
            <p:ph type="title"/>
          </p:nvPr>
        </p:nvSpPr>
        <p:spPr>
          <a:xfrm>
            <a:off x="838200" y="91956"/>
            <a:ext cx="10515600" cy="994883"/>
          </a:xfrm>
        </p:spPr>
        <p:txBody>
          <a:bodyPr/>
          <a:lstStyle/>
          <a:p>
            <a:r>
              <a:rPr lang="en-US" b="1" dirty="0">
                <a:ea typeface="+mj-lt"/>
                <a:cs typeface="+mj-lt"/>
              </a:rPr>
              <a:t>A. Summaries and Abstracts</a:t>
            </a:r>
            <a:endParaRPr lang="en-US" dirty="0"/>
          </a:p>
        </p:txBody>
      </p:sp>
      <p:sp>
        <p:nvSpPr>
          <p:cNvPr id="3" name="Content Placeholder 2">
            <a:extLst>
              <a:ext uri="{FF2B5EF4-FFF2-40B4-BE49-F238E27FC236}">
                <a16:creationId xmlns:a16="http://schemas.microsoft.com/office/drawing/2014/main" xmlns="" id="{C7C7E217-49BD-4693-AB01-977A919A4219}"/>
              </a:ext>
            </a:extLst>
          </p:cNvPr>
          <p:cNvSpPr>
            <a:spLocks noGrp="1"/>
          </p:cNvSpPr>
          <p:nvPr>
            <p:ph idx="1"/>
          </p:nvPr>
        </p:nvSpPr>
        <p:spPr>
          <a:xfrm>
            <a:off x="838200" y="1095498"/>
            <a:ext cx="10515600" cy="5660940"/>
          </a:xfrm>
        </p:spPr>
        <p:txBody>
          <a:bodyPr vert="horz" lIns="91440" tIns="45720" rIns="91440" bIns="45720" rtlCol="0" anchor="t">
            <a:normAutofit fontScale="77500" lnSpcReduction="20000"/>
          </a:bodyPr>
          <a:lstStyle/>
          <a:p>
            <a:pPr marL="0" indent="0">
              <a:buNone/>
            </a:pPr>
            <a:r>
              <a:rPr lang="en-US" b="1" dirty="0">
                <a:ea typeface="+mn-lt"/>
                <a:cs typeface="+mn-lt"/>
              </a:rPr>
              <a:t>A. Summaries</a:t>
            </a:r>
            <a:endParaRPr lang="en-US" dirty="0">
              <a:ea typeface="+mn-lt"/>
              <a:cs typeface="+mn-lt"/>
            </a:endParaRPr>
          </a:p>
          <a:p>
            <a:pPr marL="0" indent="0">
              <a:buNone/>
            </a:pPr>
            <a:endParaRPr lang="en-US" b="1" dirty="0">
              <a:ea typeface="+mn-lt"/>
              <a:cs typeface="+mn-lt"/>
            </a:endParaRPr>
          </a:p>
          <a:p>
            <a:pPr indent="0">
              <a:buNone/>
            </a:pPr>
            <a:r>
              <a:rPr lang="en-US" dirty="0">
                <a:ea typeface="+mn-lt"/>
                <a:cs typeface="+mn-lt"/>
              </a:rPr>
              <a:t>    A summary is a condensed account of the essential information included in a longer piece of writing. A summary usually appears at the end of an article or report. The function of a summary is similar to that of a schematic diagram, which gives a clear, brief presentation of a device without the clutter of the actual materials necessary to build the device.</a:t>
            </a:r>
          </a:p>
          <a:p>
            <a:pPr>
              <a:buNone/>
            </a:pPr>
            <a:r>
              <a:rPr lang="en-US" dirty="0">
                <a:ea typeface="+mn-lt"/>
                <a:cs typeface="+mn-lt"/>
              </a:rPr>
              <a:t>    A summary answers the basic questions that readers want answered before they devote more time to reading the article or book. Many people interested in keeping up with technology do not have time to read every article printed about their field. They often rely on professional abstracts to find the most useful articles. A reader searching for information has predictable questions like what, why, where, when, why and how for each article.</a:t>
            </a:r>
          </a:p>
          <a:p>
            <a:pPr>
              <a:buNone/>
            </a:pPr>
            <a:r>
              <a:rPr lang="en-US">
                <a:ea typeface="+mn-lt"/>
                <a:cs typeface="+mn-lt"/>
              </a:rPr>
              <a:t>   In a summary, writers reword and condense ideas. Copying exact sentences is considered plagiarism. Avoid plagiarism while writing a </a:t>
            </a:r>
            <a:r>
              <a:rPr lang="en-US" dirty="0">
                <a:ea typeface="+mn-lt"/>
                <a:cs typeface="+mn-lt"/>
              </a:rPr>
              <a:t>summary or any piece of documentation, for that matter.</a:t>
            </a:r>
          </a:p>
          <a:p>
            <a:pPr marL="0" indent="0">
              <a:buNone/>
            </a:pPr>
            <a:endParaRPr lang="en-US" dirty="0"/>
          </a:p>
        </p:txBody>
      </p:sp>
    </p:spTree>
    <p:extLst>
      <p:ext uri="{BB962C8B-B14F-4D97-AF65-F5344CB8AC3E}">
        <p14:creationId xmlns:p14="http://schemas.microsoft.com/office/powerpoint/2010/main" val="3655251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E0188E4-8F56-4276-8CB0-3C3453E54CAD}"/>
              </a:ext>
            </a:extLst>
          </p:cNvPr>
          <p:cNvSpPr>
            <a:spLocks noGrp="1"/>
          </p:cNvSpPr>
          <p:nvPr>
            <p:ph type="title"/>
          </p:nvPr>
        </p:nvSpPr>
        <p:spPr/>
        <p:txBody>
          <a:bodyPr/>
          <a:lstStyle/>
          <a:p>
            <a:r>
              <a:rPr lang="en-US" b="1" dirty="0">
                <a:ea typeface="+mj-lt"/>
                <a:cs typeface="+mj-lt"/>
              </a:rPr>
              <a:t>A. Summaries and Abstracts</a:t>
            </a:r>
            <a:endParaRPr lang="en-US" dirty="0"/>
          </a:p>
        </p:txBody>
      </p:sp>
      <p:sp>
        <p:nvSpPr>
          <p:cNvPr id="3" name="Content Placeholder 2">
            <a:extLst>
              <a:ext uri="{FF2B5EF4-FFF2-40B4-BE49-F238E27FC236}">
                <a16:creationId xmlns:a16="http://schemas.microsoft.com/office/drawing/2014/main" xmlns="" id="{4440FD63-1434-4EC1-BA1A-52A0B315E4A4}"/>
              </a:ext>
            </a:extLst>
          </p:cNvPr>
          <p:cNvSpPr>
            <a:spLocks noGrp="1"/>
          </p:cNvSpPr>
          <p:nvPr>
            <p:ph idx="1"/>
          </p:nvPr>
        </p:nvSpPr>
        <p:spPr>
          <a:xfrm>
            <a:off x="838200" y="1684969"/>
            <a:ext cx="10515600" cy="5100224"/>
          </a:xfrm>
        </p:spPr>
        <p:txBody>
          <a:bodyPr vert="horz" lIns="91440" tIns="45720" rIns="91440" bIns="45720" rtlCol="0" anchor="t">
            <a:normAutofit fontScale="85000" lnSpcReduction="20000"/>
          </a:bodyPr>
          <a:lstStyle/>
          <a:p>
            <a:pPr marL="0" indent="0">
              <a:buNone/>
            </a:pPr>
            <a:r>
              <a:rPr lang="en-US" b="1" dirty="0">
                <a:ea typeface="+mn-lt"/>
                <a:cs typeface="+mn-lt"/>
              </a:rPr>
              <a:t>b. Abstract:</a:t>
            </a:r>
            <a:r>
              <a:rPr lang="en-US" dirty="0">
                <a:ea typeface="+mn-lt"/>
                <a:cs typeface="+mn-lt"/>
              </a:rPr>
              <a:t> An abstract is typically a one or two sentence summary that includes the author's name, publication and date, and keywords used by databases, librarians, abstracting services and others to locate articles on specific topics. </a:t>
            </a:r>
            <a:endParaRPr lang="en-US" dirty="0" smtClean="0">
              <a:ea typeface="+mn-lt"/>
              <a:cs typeface="+mn-lt"/>
            </a:endParaRPr>
          </a:p>
          <a:p>
            <a:pPr marL="0" indent="0">
              <a:buNone/>
            </a:pPr>
            <a:r>
              <a:rPr lang="en-US" dirty="0" smtClean="0">
                <a:ea typeface="+mn-lt"/>
                <a:cs typeface="+mn-lt"/>
              </a:rPr>
              <a:t>Abstracts </a:t>
            </a:r>
            <a:r>
              <a:rPr lang="en-US" dirty="0">
                <a:ea typeface="+mn-lt"/>
                <a:cs typeface="+mn-lt"/>
              </a:rPr>
              <a:t>sometimes contain related and alternatives terms so that people can find the article using a word search, and they can use the related words to widen a computer search for a topic. </a:t>
            </a:r>
            <a:endParaRPr lang="en-US" dirty="0" smtClean="0">
              <a:ea typeface="+mn-lt"/>
              <a:cs typeface="+mn-lt"/>
            </a:endParaRPr>
          </a:p>
          <a:p>
            <a:pPr marL="0" indent="0">
              <a:buNone/>
            </a:pPr>
            <a:r>
              <a:rPr lang="en-US" dirty="0" smtClean="0">
                <a:ea typeface="+mn-lt"/>
                <a:cs typeface="+mn-lt"/>
              </a:rPr>
              <a:t>People </a:t>
            </a:r>
            <a:r>
              <a:rPr lang="en-US" dirty="0">
                <a:ea typeface="+mn-lt"/>
                <a:cs typeface="+mn-lt"/>
              </a:rPr>
              <a:t>obtain abstracts to determine if they want to read the original article. It may contain information about the background, purpose, results, and contents of the work. </a:t>
            </a:r>
            <a:endParaRPr lang="en-US" dirty="0" smtClean="0">
              <a:ea typeface="+mn-lt"/>
              <a:cs typeface="+mn-lt"/>
            </a:endParaRPr>
          </a:p>
          <a:p>
            <a:pPr marL="0" indent="0">
              <a:buNone/>
            </a:pPr>
            <a:r>
              <a:rPr lang="en-US" dirty="0" smtClean="0">
                <a:ea typeface="+mn-lt"/>
                <a:cs typeface="+mn-lt"/>
              </a:rPr>
              <a:t>An </a:t>
            </a:r>
            <a:r>
              <a:rPr lang="en-US" dirty="0">
                <a:ea typeface="+mn-lt"/>
                <a:cs typeface="+mn-lt"/>
              </a:rPr>
              <a:t>abstract typically contains four elements: research focus and methods, results, main conclusions and recommendations. Abstracts can include the author, title and subtitle, source, description of the article, and identifier keywords related to the topic.</a:t>
            </a:r>
          </a:p>
          <a:p>
            <a:pPr marL="0" indent="0">
              <a:buNone/>
            </a:pPr>
            <a:endParaRPr lang="en-US" dirty="0"/>
          </a:p>
        </p:txBody>
      </p:sp>
    </p:spTree>
    <p:extLst>
      <p:ext uri="{BB962C8B-B14F-4D97-AF65-F5344CB8AC3E}">
        <p14:creationId xmlns:p14="http://schemas.microsoft.com/office/powerpoint/2010/main" val="1664890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xmlns="" id="{DA381740-063A-41A4-836D-85D14980EEF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2" name="Rectangle 11">
            <a:extLst>
              <a:ext uri="{FF2B5EF4-FFF2-40B4-BE49-F238E27FC236}">
                <a16:creationId xmlns:a16="http://schemas.microsoft.com/office/drawing/2014/main" xmlns="" id="{BCED4D40-4B67-4331-AC48-79B82B4A47D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BB9BE20-E677-4331-9D0C-7B32782698A8}"/>
              </a:ext>
            </a:extLst>
          </p:cNvPr>
          <p:cNvSpPr>
            <a:spLocks noGrp="1"/>
          </p:cNvSpPr>
          <p:nvPr>
            <p:ph type="title"/>
          </p:nvPr>
        </p:nvSpPr>
        <p:spPr>
          <a:xfrm>
            <a:off x="638881" y="236016"/>
            <a:ext cx="10909640" cy="962481"/>
          </a:xfrm>
        </p:spPr>
        <p:txBody>
          <a:bodyPr vert="horz" lIns="91440" tIns="45720" rIns="91440" bIns="45720" rtlCol="0" anchor="ctr">
            <a:normAutofit fontScale="90000"/>
          </a:bodyPr>
          <a:lstStyle/>
          <a:p>
            <a:pPr algn="ctr"/>
            <a:r>
              <a:rPr lang="en-US" sz="6000" dirty="0"/>
              <a:t>Abstract vs Summary</a:t>
            </a:r>
          </a:p>
        </p:txBody>
      </p:sp>
      <p:graphicFrame>
        <p:nvGraphicFramePr>
          <p:cNvPr id="5" name="Content Placeholder 4">
            <a:extLst>
              <a:ext uri="{FF2B5EF4-FFF2-40B4-BE49-F238E27FC236}">
                <a16:creationId xmlns:a16="http://schemas.microsoft.com/office/drawing/2014/main" xmlns="" id="{10F4AC09-4F4D-40E3-A0D5-21E443801A13}"/>
              </a:ext>
            </a:extLst>
          </p:cNvPr>
          <p:cNvGraphicFramePr>
            <a:graphicFrameLocks noGrp="1"/>
          </p:cNvGraphicFramePr>
          <p:nvPr>
            <p:ph idx="1"/>
            <p:extLst>
              <p:ext uri="{D42A27DB-BD31-4B8C-83A1-F6EECF244321}">
                <p14:modId xmlns:p14="http://schemas.microsoft.com/office/powerpoint/2010/main" val="2326245943"/>
              </p:ext>
            </p:extLst>
          </p:nvPr>
        </p:nvGraphicFramePr>
        <p:xfrm>
          <a:off x="316301" y="1308339"/>
          <a:ext cx="11548872" cy="5519403"/>
        </p:xfrm>
        <a:graphic>
          <a:graphicData uri="http://schemas.openxmlformats.org/drawingml/2006/table">
            <a:tbl>
              <a:tblPr firstRow="1" bandRow="1">
                <a:tableStyleId>{5C22544A-7EE6-4342-B048-85BDC9FD1C3A}</a:tableStyleId>
              </a:tblPr>
              <a:tblGrid>
                <a:gridCol w="556054">
                  <a:extLst>
                    <a:ext uri="{9D8B030D-6E8A-4147-A177-3AD203B41FA5}">
                      <a16:colId xmlns:a16="http://schemas.microsoft.com/office/drawing/2014/main" xmlns="" val="3732077457"/>
                    </a:ext>
                  </a:extLst>
                </a:gridCol>
                <a:gridCol w="5483074">
                  <a:extLst>
                    <a:ext uri="{9D8B030D-6E8A-4147-A177-3AD203B41FA5}">
                      <a16:colId xmlns:a16="http://schemas.microsoft.com/office/drawing/2014/main" xmlns="" val="2324861296"/>
                    </a:ext>
                  </a:extLst>
                </a:gridCol>
                <a:gridCol w="5509744">
                  <a:extLst>
                    <a:ext uri="{9D8B030D-6E8A-4147-A177-3AD203B41FA5}">
                      <a16:colId xmlns:a16="http://schemas.microsoft.com/office/drawing/2014/main" xmlns="" val="3118367282"/>
                    </a:ext>
                  </a:extLst>
                </a:gridCol>
              </a:tblGrid>
              <a:tr h="807538">
                <a:tc>
                  <a:txBody>
                    <a:bodyPr/>
                    <a:lstStyle/>
                    <a:p>
                      <a:pPr algn="l" rtl="0" fontAlgn="base"/>
                      <a:r>
                        <a:rPr lang="en-US" sz="1200" dirty="0">
                          <a:effectLst/>
                        </a:rPr>
                        <a:t> </a:t>
                      </a:r>
                      <a:br>
                        <a:rPr lang="en-US" sz="1200" dirty="0">
                          <a:effectLst/>
                        </a:rPr>
                      </a:br>
                      <a:r>
                        <a:rPr lang="en-US" sz="1500" dirty="0">
                          <a:effectLst/>
                        </a:rPr>
                        <a:t> </a:t>
                      </a:r>
                      <a:endParaRPr lang="en-US" sz="1200" b="0" i="0" dirty="0">
                        <a:effectLst/>
                        <a:latin typeface="Calibri" panose="020F0502020204030204" pitchFamily="34" charset="0"/>
                      </a:endParaRPr>
                    </a:p>
                  </a:txBody>
                  <a:tcPr marL="99196" marR="99196" marT="49598" marB="49598"/>
                </a:tc>
                <a:tc>
                  <a:txBody>
                    <a:bodyPr/>
                    <a:lstStyle/>
                    <a:p>
                      <a:pPr algn="l" rtl="0" fontAlgn="base"/>
                      <a:r>
                        <a:rPr lang="en-US" sz="1600" u="none" strike="noStrike" dirty="0">
                          <a:effectLst/>
                        </a:rPr>
                        <a:t>Abstract</a:t>
                      </a:r>
                      <a:r>
                        <a:rPr lang="en-US" sz="1600" dirty="0">
                          <a:effectLst/>
                        </a:rPr>
                        <a:t> </a:t>
                      </a:r>
                      <a:endParaRPr lang="en-US" sz="1600" b="0" i="0">
                        <a:effectLst/>
                      </a:endParaRPr>
                    </a:p>
                  </a:txBody>
                  <a:tcPr marL="99196" marR="99196" marT="49598" marB="49598"/>
                </a:tc>
                <a:tc>
                  <a:txBody>
                    <a:bodyPr/>
                    <a:lstStyle/>
                    <a:p>
                      <a:pPr algn="l" rtl="0" fontAlgn="base"/>
                      <a:r>
                        <a:rPr lang="en-US" sz="1600" u="none" strike="noStrike" dirty="0">
                          <a:effectLst/>
                        </a:rPr>
                        <a:t>Summary</a:t>
                      </a:r>
                      <a:r>
                        <a:rPr lang="en-US" sz="1600" dirty="0">
                          <a:effectLst/>
                        </a:rPr>
                        <a:t> </a:t>
                      </a:r>
                      <a:endParaRPr lang="en-US" sz="1600" b="0" i="0">
                        <a:effectLst/>
                      </a:endParaRPr>
                    </a:p>
                  </a:txBody>
                  <a:tcPr marL="99196" marR="99196" marT="49598" marB="49598"/>
                </a:tc>
                <a:extLst>
                  <a:ext uri="{0D108BD9-81ED-4DB2-BD59-A6C34878D82A}">
                    <a16:rowId xmlns:a16="http://schemas.microsoft.com/office/drawing/2014/main" xmlns="" val="1975051044"/>
                  </a:ext>
                </a:extLst>
              </a:tr>
              <a:tr h="1549599">
                <a:tc>
                  <a:txBody>
                    <a:bodyPr/>
                    <a:lstStyle/>
                    <a:p>
                      <a:pPr algn="l" rtl="0" fontAlgn="base"/>
                      <a:r>
                        <a:rPr lang="en-US" sz="1500" u="none" strike="noStrike" dirty="0">
                          <a:effectLst/>
                        </a:rPr>
                        <a:t>1</a:t>
                      </a:r>
                      <a:r>
                        <a:rPr lang="en-US" sz="1500" dirty="0">
                          <a:effectLst/>
                        </a:rPr>
                        <a:t> </a:t>
                      </a:r>
                      <a:endParaRPr lang="en-US" sz="2000" b="0" i="0" dirty="0">
                        <a:effectLst/>
                      </a:endParaRPr>
                    </a:p>
                  </a:txBody>
                  <a:tcPr marL="99196" marR="99196" marT="49598" marB="49598"/>
                </a:tc>
                <a:tc>
                  <a:txBody>
                    <a:bodyPr/>
                    <a:lstStyle/>
                    <a:p>
                      <a:pPr algn="l" rtl="0" fontAlgn="base"/>
                      <a:r>
                        <a:rPr lang="en-US" sz="1600" u="none" strike="noStrike" dirty="0">
                          <a:effectLst/>
                        </a:rPr>
                        <a:t>Abstract is a term specifically used in research papers.</a:t>
                      </a:r>
                      <a:r>
                        <a:rPr lang="en-US" sz="1600" dirty="0">
                          <a:effectLst/>
                        </a:rPr>
                        <a:t> </a:t>
                      </a:r>
                      <a:endParaRPr lang="en-US" sz="1600">
                        <a:effectLst/>
                      </a:endParaRPr>
                    </a:p>
                    <a:p>
                      <a:pPr algn="l" rtl="0" fontAlgn="base"/>
                      <a:r>
                        <a:rPr lang="en-US" sz="1600" u="none" strike="noStrike" dirty="0">
                          <a:effectLst/>
                        </a:rPr>
                        <a:t>Abstract is short description of the purpose of the writing, and also broad specification what is whole document about.</a:t>
                      </a:r>
                      <a:r>
                        <a:rPr lang="en-US" sz="1600" dirty="0">
                          <a:effectLst/>
                        </a:rPr>
                        <a:t> </a:t>
                      </a:r>
                      <a:endParaRPr lang="en-US" sz="1600" b="0" i="0">
                        <a:effectLst/>
                      </a:endParaRPr>
                    </a:p>
                  </a:txBody>
                  <a:tcPr marL="99196" marR="99196" marT="49598" marB="49598"/>
                </a:tc>
                <a:tc>
                  <a:txBody>
                    <a:bodyPr/>
                    <a:lstStyle/>
                    <a:p>
                      <a:pPr algn="l" rtl="0" fontAlgn="base"/>
                      <a:r>
                        <a:rPr lang="en-US" sz="1600" u="none" strike="noStrike" dirty="0">
                          <a:effectLst/>
                        </a:rPr>
                        <a:t>Summary is a term used in business for summarizing long reports.</a:t>
                      </a:r>
                      <a:r>
                        <a:rPr lang="en-US" sz="1600" dirty="0">
                          <a:effectLst/>
                        </a:rPr>
                        <a:t> </a:t>
                      </a:r>
                      <a:endParaRPr lang="en-US" sz="1600">
                        <a:effectLst/>
                      </a:endParaRPr>
                    </a:p>
                    <a:p>
                      <a:pPr algn="l" rtl="0" fontAlgn="base"/>
                      <a:r>
                        <a:rPr lang="en-US" sz="1600" u="none" strike="noStrike" dirty="0">
                          <a:effectLst/>
                        </a:rPr>
                        <a:t>Summary is also short, but it focuses on showing what was found out after a research.</a:t>
                      </a:r>
                      <a:r>
                        <a:rPr lang="en-US" sz="1600" dirty="0">
                          <a:effectLst/>
                        </a:rPr>
                        <a:t> </a:t>
                      </a:r>
                      <a:endParaRPr lang="en-US" sz="1600" b="0" i="0">
                        <a:effectLst/>
                      </a:endParaRPr>
                    </a:p>
                  </a:txBody>
                  <a:tcPr marL="99196" marR="99196" marT="49598" marB="49598"/>
                </a:tc>
                <a:extLst>
                  <a:ext uri="{0D108BD9-81ED-4DB2-BD59-A6C34878D82A}">
                    <a16:rowId xmlns:a16="http://schemas.microsoft.com/office/drawing/2014/main" xmlns="" val="260732164"/>
                  </a:ext>
                </a:extLst>
              </a:tr>
              <a:tr h="1178568">
                <a:tc>
                  <a:txBody>
                    <a:bodyPr/>
                    <a:lstStyle/>
                    <a:p>
                      <a:pPr algn="l" rtl="0" fontAlgn="base"/>
                      <a:r>
                        <a:rPr lang="en-US" sz="1500" u="none" strike="noStrike" dirty="0">
                          <a:effectLst/>
                        </a:rPr>
                        <a:t>2</a:t>
                      </a:r>
                      <a:r>
                        <a:rPr lang="en-US" sz="1500" dirty="0">
                          <a:effectLst/>
                        </a:rPr>
                        <a:t> </a:t>
                      </a:r>
                      <a:endParaRPr lang="en-US" sz="2000" b="0" i="0" dirty="0">
                        <a:effectLst/>
                      </a:endParaRPr>
                    </a:p>
                  </a:txBody>
                  <a:tcPr marL="99196" marR="99196" marT="49598" marB="49598"/>
                </a:tc>
                <a:tc>
                  <a:txBody>
                    <a:bodyPr/>
                    <a:lstStyle/>
                    <a:p>
                      <a:pPr algn="l" rtl="0" fontAlgn="base"/>
                      <a:r>
                        <a:rPr lang="en-US" sz="1600" u="none" strike="noStrike" dirty="0">
                          <a:effectLst/>
                        </a:rPr>
                        <a:t>Abstract is a type of summary for orientation. Abstract is always at the beginning.</a:t>
                      </a:r>
                      <a:r>
                        <a:rPr lang="en-US" sz="1600" dirty="0">
                          <a:effectLst/>
                        </a:rPr>
                        <a:t> </a:t>
                      </a:r>
                      <a:endParaRPr lang="en-US" sz="1600" b="0" i="0">
                        <a:effectLst/>
                      </a:endParaRPr>
                    </a:p>
                  </a:txBody>
                  <a:tcPr marL="99196" marR="99196" marT="49598" marB="49598"/>
                </a:tc>
                <a:tc>
                  <a:txBody>
                    <a:bodyPr/>
                    <a:lstStyle/>
                    <a:p>
                      <a:pPr algn="l" rtl="0" fontAlgn="base"/>
                      <a:r>
                        <a:rPr lang="en-US" sz="1600" u="none" strike="noStrike" dirty="0">
                          <a:effectLst/>
                        </a:rPr>
                        <a:t>Summary may be synopsis, abstract or an exclusive summary. Summary is closing part of the document at the very end of it</a:t>
                      </a:r>
                      <a:r>
                        <a:rPr lang="en-US" sz="1600" dirty="0">
                          <a:effectLst/>
                        </a:rPr>
                        <a:t> </a:t>
                      </a:r>
                      <a:endParaRPr lang="en-US" sz="1600" b="0" i="0">
                        <a:effectLst/>
                      </a:endParaRPr>
                    </a:p>
                  </a:txBody>
                  <a:tcPr marL="99196" marR="99196" marT="49598" marB="49598"/>
                </a:tc>
                <a:extLst>
                  <a:ext uri="{0D108BD9-81ED-4DB2-BD59-A6C34878D82A}">
                    <a16:rowId xmlns:a16="http://schemas.microsoft.com/office/drawing/2014/main" xmlns="" val="2933660648"/>
                  </a:ext>
                </a:extLst>
              </a:tr>
              <a:tr h="851189">
                <a:tc>
                  <a:txBody>
                    <a:bodyPr/>
                    <a:lstStyle/>
                    <a:p>
                      <a:pPr algn="l" rtl="0" fontAlgn="base"/>
                      <a:r>
                        <a:rPr lang="en-US" sz="1500" u="none" strike="noStrike" dirty="0">
                          <a:effectLst/>
                        </a:rPr>
                        <a:t>3</a:t>
                      </a:r>
                      <a:r>
                        <a:rPr lang="en-US" sz="1500" dirty="0">
                          <a:effectLst/>
                        </a:rPr>
                        <a:t> </a:t>
                      </a:r>
                      <a:endParaRPr lang="en-US" sz="2000" b="0" i="0" dirty="0">
                        <a:effectLst/>
                      </a:endParaRPr>
                    </a:p>
                  </a:txBody>
                  <a:tcPr marL="99196" marR="99196" marT="49598" marB="49598"/>
                </a:tc>
                <a:tc>
                  <a:txBody>
                    <a:bodyPr/>
                    <a:lstStyle/>
                    <a:p>
                      <a:pPr algn="l" rtl="0" fontAlgn="base"/>
                      <a:r>
                        <a:rPr lang="en-US" sz="1600" u="none" strike="noStrike" dirty="0">
                          <a:effectLst/>
                        </a:rPr>
                        <a:t>An abstract tells you the point of the piece, the reason the research was done. What it was hoping to measure or test.</a:t>
                      </a:r>
                      <a:r>
                        <a:rPr lang="en-US" sz="1600" dirty="0">
                          <a:effectLst/>
                        </a:rPr>
                        <a:t> </a:t>
                      </a:r>
                      <a:endParaRPr lang="en-US" sz="1600" b="0" i="0">
                        <a:effectLst/>
                      </a:endParaRPr>
                    </a:p>
                  </a:txBody>
                  <a:tcPr marL="99196" marR="99196" marT="49598" marB="49598"/>
                </a:tc>
                <a:tc>
                  <a:txBody>
                    <a:bodyPr/>
                    <a:lstStyle/>
                    <a:p>
                      <a:pPr algn="l" rtl="0" fontAlgn="base"/>
                      <a:r>
                        <a:rPr lang="en-US" sz="1600" u="none" strike="noStrike" dirty="0">
                          <a:effectLst/>
                        </a:rPr>
                        <a:t>A summary tells you the conclusions to which the research came.</a:t>
                      </a:r>
                      <a:r>
                        <a:rPr lang="en-US" sz="1600" dirty="0">
                          <a:effectLst/>
                        </a:rPr>
                        <a:t> </a:t>
                      </a:r>
                      <a:endParaRPr lang="en-US" sz="1600" b="0" i="0">
                        <a:effectLst/>
                      </a:endParaRPr>
                    </a:p>
                  </a:txBody>
                  <a:tcPr marL="99196" marR="99196" marT="49598" marB="49598"/>
                </a:tc>
                <a:extLst>
                  <a:ext uri="{0D108BD9-81ED-4DB2-BD59-A6C34878D82A}">
                    <a16:rowId xmlns:a16="http://schemas.microsoft.com/office/drawing/2014/main" xmlns="" val="806262095"/>
                  </a:ext>
                </a:extLst>
              </a:tr>
              <a:tr h="545633">
                <a:tc>
                  <a:txBody>
                    <a:bodyPr/>
                    <a:lstStyle/>
                    <a:p>
                      <a:pPr algn="l" rtl="0" fontAlgn="base"/>
                      <a:r>
                        <a:rPr lang="en-US" sz="1500" u="none" strike="noStrike" dirty="0">
                          <a:effectLst/>
                        </a:rPr>
                        <a:t>4. </a:t>
                      </a:r>
                      <a:r>
                        <a:rPr lang="en-US" sz="1500" dirty="0">
                          <a:effectLst/>
                        </a:rPr>
                        <a:t> </a:t>
                      </a:r>
                      <a:endParaRPr lang="en-US" sz="2000" b="0" i="0" dirty="0">
                        <a:effectLst/>
                      </a:endParaRPr>
                    </a:p>
                  </a:txBody>
                  <a:tcPr marL="99196" marR="99196" marT="49598" marB="49598"/>
                </a:tc>
                <a:tc>
                  <a:txBody>
                    <a:bodyPr/>
                    <a:lstStyle/>
                    <a:p>
                      <a:pPr algn="l" rtl="0" fontAlgn="base"/>
                      <a:r>
                        <a:rPr lang="en-US" sz="1600" u="none" strike="noStrike" dirty="0">
                          <a:effectLst/>
                        </a:rPr>
                        <a:t>An abstract doesn’t recommend anything.</a:t>
                      </a:r>
                      <a:r>
                        <a:rPr lang="en-US" sz="1600" dirty="0">
                          <a:effectLst/>
                        </a:rPr>
                        <a:t> </a:t>
                      </a:r>
                      <a:endParaRPr lang="en-US" sz="1600" b="0" i="0">
                        <a:effectLst/>
                      </a:endParaRPr>
                    </a:p>
                  </a:txBody>
                  <a:tcPr marL="99196" marR="99196" marT="49598" marB="49598"/>
                </a:tc>
                <a:tc>
                  <a:txBody>
                    <a:bodyPr/>
                    <a:lstStyle/>
                    <a:p>
                      <a:pPr algn="l" rtl="0" fontAlgn="base"/>
                      <a:r>
                        <a:rPr lang="en-US" sz="1600" u="none" strike="noStrike" dirty="0">
                          <a:effectLst/>
                        </a:rPr>
                        <a:t>A summary attempts to make recommendations at the end. </a:t>
                      </a:r>
                      <a:r>
                        <a:rPr lang="en-US" sz="1600" dirty="0">
                          <a:effectLst/>
                        </a:rPr>
                        <a:t> </a:t>
                      </a:r>
                      <a:endParaRPr lang="en-US" sz="1600" b="0" i="0">
                        <a:effectLst/>
                      </a:endParaRPr>
                    </a:p>
                  </a:txBody>
                  <a:tcPr marL="99196" marR="99196" marT="49598" marB="49598"/>
                </a:tc>
                <a:extLst>
                  <a:ext uri="{0D108BD9-81ED-4DB2-BD59-A6C34878D82A}">
                    <a16:rowId xmlns:a16="http://schemas.microsoft.com/office/drawing/2014/main" xmlns="" val="277865427"/>
                  </a:ext>
                </a:extLst>
              </a:tr>
              <a:tr h="545633">
                <a:tc>
                  <a:txBody>
                    <a:bodyPr/>
                    <a:lstStyle/>
                    <a:p>
                      <a:pPr algn="l" rtl="0" fontAlgn="base"/>
                      <a:r>
                        <a:rPr lang="en-US" sz="1500" u="none" strike="noStrike" dirty="0">
                          <a:effectLst/>
                        </a:rPr>
                        <a:t>5.</a:t>
                      </a:r>
                      <a:r>
                        <a:rPr lang="en-US" sz="1500" dirty="0">
                          <a:effectLst/>
                        </a:rPr>
                        <a:t> </a:t>
                      </a:r>
                      <a:endParaRPr lang="en-US" sz="2000" b="0" i="0" dirty="0">
                        <a:effectLst/>
                      </a:endParaRPr>
                    </a:p>
                  </a:txBody>
                  <a:tcPr marL="99196" marR="99196" marT="49598" marB="49598"/>
                </a:tc>
                <a:tc>
                  <a:txBody>
                    <a:bodyPr/>
                    <a:lstStyle/>
                    <a:p>
                      <a:pPr algn="l" rtl="0" fontAlgn="base"/>
                      <a:r>
                        <a:rPr lang="en-US" sz="1600" u="none" strike="noStrike" dirty="0">
                          <a:effectLst/>
                        </a:rPr>
                        <a:t>An abstract summarizes only one research.</a:t>
                      </a:r>
                      <a:r>
                        <a:rPr lang="en-US" sz="1600" dirty="0">
                          <a:effectLst/>
                        </a:rPr>
                        <a:t> </a:t>
                      </a:r>
                      <a:endParaRPr lang="en-US" sz="1600" b="0" i="0">
                        <a:effectLst/>
                      </a:endParaRPr>
                    </a:p>
                  </a:txBody>
                  <a:tcPr marL="99196" marR="99196" marT="49598" marB="49598"/>
                </a:tc>
                <a:tc>
                  <a:txBody>
                    <a:bodyPr/>
                    <a:lstStyle/>
                    <a:p>
                      <a:pPr algn="l" rtl="0" fontAlgn="base"/>
                      <a:r>
                        <a:rPr lang="en-US" sz="1600" u="none" strike="noStrike" dirty="0">
                          <a:effectLst/>
                        </a:rPr>
                        <a:t>A summary can summarize more than one document. </a:t>
                      </a:r>
                      <a:r>
                        <a:rPr lang="en-US" sz="1600" dirty="0">
                          <a:effectLst/>
                        </a:rPr>
                        <a:t> </a:t>
                      </a:r>
                      <a:endParaRPr lang="en-US" sz="1600" b="0" i="0">
                        <a:effectLst/>
                      </a:endParaRPr>
                    </a:p>
                  </a:txBody>
                  <a:tcPr marL="99196" marR="99196" marT="49598" marB="49598"/>
                </a:tc>
                <a:extLst>
                  <a:ext uri="{0D108BD9-81ED-4DB2-BD59-A6C34878D82A}">
                    <a16:rowId xmlns:a16="http://schemas.microsoft.com/office/drawing/2014/main" xmlns="" val="1580366764"/>
                  </a:ext>
                </a:extLst>
              </a:tr>
            </a:tbl>
          </a:graphicData>
        </a:graphic>
      </p:graphicFrame>
    </p:spTree>
    <p:extLst>
      <p:ext uri="{BB962C8B-B14F-4D97-AF65-F5344CB8AC3E}">
        <p14:creationId xmlns:p14="http://schemas.microsoft.com/office/powerpoint/2010/main" val="3177315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877EDB-42A1-4D7C-9829-5D8A81478253}"/>
              </a:ext>
            </a:extLst>
          </p:cNvPr>
          <p:cNvSpPr>
            <a:spLocks noGrp="1"/>
          </p:cNvSpPr>
          <p:nvPr>
            <p:ph type="title"/>
          </p:nvPr>
        </p:nvSpPr>
        <p:spPr/>
        <p:txBody>
          <a:bodyPr>
            <a:normAutofit fontScale="90000"/>
          </a:bodyPr>
          <a:lstStyle/>
          <a:p>
            <a:r>
              <a:rPr lang="en-US" b="1" dirty="0">
                <a:ea typeface="+mj-lt"/>
                <a:cs typeface="+mj-lt"/>
              </a:rPr>
              <a:t>Guidelines (Considerations) for writing a summary or an abstract:</a:t>
            </a:r>
            <a:endParaRPr lang="en-US" dirty="0"/>
          </a:p>
        </p:txBody>
      </p:sp>
      <p:sp>
        <p:nvSpPr>
          <p:cNvPr id="3" name="Content Placeholder 2">
            <a:extLst>
              <a:ext uri="{FF2B5EF4-FFF2-40B4-BE49-F238E27FC236}">
                <a16:creationId xmlns:a16="http://schemas.microsoft.com/office/drawing/2014/main" xmlns="" id="{1EF4F798-87F8-44F7-BE46-C999D0E5FB43}"/>
              </a:ext>
            </a:extLst>
          </p:cNvPr>
          <p:cNvSpPr>
            <a:spLocks noGrp="1"/>
          </p:cNvSpPr>
          <p:nvPr>
            <p:ph idx="1"/>
          </p:nvPr>
        </p:nvSpPr>
        <p:spPr>
          <a:xfrm>
            <a:off x="838200" y="1512441"/>
            <a:ext cx="10515600" cy="5344638"/>
          </a:xfrm>
        </p:spPr>
        <p:txBody>
          <a:bodyPr vert="horz" lIns="91440" tIns="45720" rIns="91440" bIns="45720" rtlCol="0" anchor="t">
            <a:normAutofit lnSpcReduction="10000"/>
          </a:bodyPr>
          <a:lstStyle/>
          <a:p>
            <a:pPr>
              <a:buNone/>
            </a:pPr>
            <a:endParaRPr lang="en-US" b="1" dirty="0">
              <a:ea typeface="+mn-lt"/>
              <a:cs typeface="+mn-lt"/>
            </a:endParaRPr>
          </a:p>
          <a:p>
            <a:pPr>
              <a:buFont typeface="Arial"/>
              <a:buChar char="•"/>
            </a:pPr>
            <a:r>
              <a:rPr lang="en-US" dirty="0">
                <a:ea typeface="+mn-lt"/>
                <a:cs typeface="+mn-lt"/>
              </a:rPr>
              <a:t>Note down important points if it is a speech or an oral presentation.</a:t>
            </a:r>
          </a:p>
          <a:p>
            <a:pPr>
              <a:buFont typeface="Arial"/>
              <a:buChar char="•"/>
            </a:pPr>
            <a:r>
              <a:rPr lang="en-US" dirty="0">
                <a:ea typeface="+mn-lt"/>
                <a:cs typeface="+mn-lt"/>
              </a:rPr>
              <a:t>Read the article carefully and use a pencil to highlight key ideas, phrases and conclusions.</a:t>
            </a:r>
          </a:p>
          <a:p>
            <a:pPr>
              <a:buFont typeface="Arial"/>
              <a:buChar char="•"/>
            </a:pPr>
            <a:r>
              <a:rPr lang="en-US" dirty="0">
                <a:ea typeface="+mn-lt"/>
                <a:cs typeface="+mn-lt"/>
              </a:rPr>
              <a:t>Look for the author's own summary before reading the article.</a:t>
            </a:r>
          </a:p>
          <a:p>
            <a:pPr>
              <a:buFont typeface="Arial"/>
              <a:buChar char="•"/>
            </a:pPr>
            <a:r>
              <a:rPr lang="en-US" dirty="0">
                <a:ea typeface="+mn-lt"/>
                <a:cs typeface="+mn-lt"/>
              </a:rPr>
              <a:t>Note the author's name, designation and organization.</a:t>
            </a:r>
          </a:p>
          <a:p>
            <a:pPr>
              <a:buFont typeface="Arial"/>
              <a:buChar char="•"/>
            </a:pPr>
            <a:r>
              <a:rPr lang="en-US" dirty="0">
                <a:ea typeface="+mn-lt"/>
                <a:cs typeface="+mn-lt"/>
              </a:rPr>
              <a:t>The length of the summary is usually shortened to 33% of the original. So, decide in prior what important points you are mentioning.</a:t>
            </a:r>
          </a:p>
          <a:p>
            <a:pPr marL="0" indent="0">
              <a:buNone/>
            </a:pPr>
            <a:endParaRPr lang="en-US" dirty="0"/>
          </a:p>
        </p:txBody>
      </p:sp>
    </p:spTree>
    <p:extLst>
      <p:ext uri="{BB962C8B-B14F-4D97-AF65-F5344CB8AC3E}">
        <p14:creationId xmlns:p14="http://schemas.microsoft.com/office/powerpoint/2010/main" val="274310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a typeface="+mj-lt"/>
                <a:cs typeface="+mj-lt"/>
              </a:rPr>
              <a:t>Guidelines (Considerations) for writing a summary or an abstract:</a:t>
            </a:r>
            <a:endParaRPr lang="en-US" dirty="0"/>
          </a:p>
        </p:txBody>
      </p:sp>
      <p:sp>
        <p:nvSpPr>
          <p:cNvPr id="3" name="Content Placeholder 2"/>
          <p:cNvSpPr>
            <a:spLocks noGrp="1"/>
          </p:cNvSpPr>
          <p:nvPr>
            <p:ph idx="1"/>
          </p:nvPr>
        </p:nvSpPr>
        <p:spPr/>
        <p:txBody>
          <a:bodyPr/>
          <a:lstStyle/>
          <a:p>
            <a:pPr>
              <a:buFont typeface="Arial"/>
              <a:buChar char="•"/>
            </a:pPr>
            <a:r>
              <a:rPr lang="en-US" dirty="0">
                <a:ea typeface="+mn-lt"/>
                <a:cs typeface="+mn-lt"/>
              </a:rPr>
              <a:t>Avoid personal interpretations, agreements or disagreements.</a:t>
            </a:r>
          </a:p>
          <a:p>
            <a:pPr>
              <a:buFont typeface="Arial"/>
              <a:buChar char="•"/>
            </a:pPr>
            <a:r>
              <a:rPr lang="en-US" dirty="0">
                <a:ea typeface="+mn-lt"/>
                <a:cs typeface="+mn-lt"/>
              </a:rPr>
              <a:t>Use the present tense.</a:t>
            </a:r>
          </a:p>
          <a:p>
            <a:pPr>
              <a:buFont typeface="Arial"/>
              <a:buChar char="•"/>
            </a:pPr>
            <a:r>
              <a:rPr lang="en-US" dirty="0">
                <a:ea typeface="+mn-lt"/>
                <a:cs typeface="+mn-lt"/>
              </a:rPr>
              <a:t>Use third person pronoun.</a:t>
            </a:r>
          </a:p>
          <a:p>
            <a:pPr>
              <a:buFont typeface="Arial"/>
              <a:buChar char="•"/>
            </a:pPr>
            <a:r>
              <a:rPr lang="en-US" dirty="0">
                <a:ea typeface="+mn-lt"/>
                <a:cs typeface="+mn-lt"/>
              </a:rPr>
              <a:t>Use relative pronouns to connect short and similar(meaning) sentences.</a:t>
            </a:r>
          </a:p>
          <a:p>
            <a:pPr>
              <a:buFont typeface="Arial"/>
              <a:buChar char="•"/>
            </a:pPr>
            <a:r>
              <a:rPr lang="en-US" dirty="0">
                <a:ea typeface="+mn-lt"/>
                <a:cs typeface="+mn-lt"/>
              </a:rPr>
              <a:t>Re-read the article once more and compare to the summary written.</a:t>
            </a:r>
          </a:p>
          <a:p>
            <a:endParaRPr lang="en-US" dirty="0"/>
          </a:p>
        </p:txBody>
      </p:sp>
    </p:spTree>
    <p:extLst>
      <p:ext uri="{BB962C8B-B14F-4D97-AF65-F5344CB8AC3E}">
        <p14:creationId xmlns:p14="http://schemas.microsoft.com/office/powerpoint/2010/main" val="109302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985ED1-3456-4545-97DF-350A5186CD5D}"/>
              </a:ext>
            </a:extLst>
          </p:cNvPr>
          <p:cNvSpPr>
            <a:spLocks noGrp="1"/>
          </p:cNvSpPr>
          <p:nvPr>
            <p:ph type="title"/>
          </p:nvPr>
        </p:nvSpPr>
        <p:spPr/>
        <p:txBody>
          <a:bodyPr/>
          <a:lstStyle/>
          <a:p>
            <a:r>
              <a:rPr lang="en-US" b="1" dirty="0">
                <a:ea typeface="+mj-lt"/>
                <a:cs typeface="+mj-lt"/>
              </a:rPr>
              <a:t>B. Mechanism Description</a:t>
            </a:r>
            <a:endParaRPr lang="en-US" dirty="0"/>
          </a:p>
        </p:txBody>
      </p:sp>
      <p:sp>
        <p:nvSpPr>
          <p:cNvPr id="3" name="Content Placeholder 2">
            <a:extLst>
              <a:ext uri="{FF2B5EF4-FFF2-40B4-BE49-F238E27FC236}">
                <a16:creationId xmlns:a16="http://schemas.microsoft.com/office/drawing/2014/main" xmlns="" id="{B951FAA5-A5EE-48FF-9BF5-6A3DF9635393}"/>
              </a:ext>
            </a:extLst>
          </p:cNvPr>
          <p:cNvSpPr>
            <a:spLocks noGrp="1"/>
          </p:cNvSpPr>
          <p:nvPr>
            <p:ph idx="1"/>
          </p:nvPr>
        </p:nvSpPr>
        <p:spPr/>
        <p:txBody>
          <a:bodyPr vert="horz" lIns="91440" tIns="45720" rIns="91440" bIns="45720" rtlCol="0" anchor="t">
            <a:normAutofit fontScale="77500" lnSpcReduction="20000"/>
          </a:bodyPr>
          <a:lstStyle/>
          <a:p>
            <a:pPr>
              <a:buFont typeface="Arial"/>
              <a:buChar char="•"/>
            </a:pPr>
            <a:endParaRPr lang="en-US" b="1" dirty="0">
              <a:ea typeface="+mn-lt"/>
              <a:cs typeface="+mn-lt"/>
            </a:endParaRPr>
          </a:p>
          <a:p>
            <a:pPr indent="0">
              <a:buNone/>
            </a:pPr>
            <a:r>
              <a:rPr lang="en-US" dirty="0">
                <a:ea typeface="+mn-lt"/>
                <a:cs typeface="+mn-lt"/>
              </a:rPr>
              <a:t>A mechanism description is simply a set of detailed information about a mechanism(machine/equipment). It is a short report designed to convey to the reader a technical understanding of the function, appearance, and operation of a particular object. In one or two sentences, give the reader a quick overview of these three elements, before you launch into separate sections with details.</a:t>
            </a:r>
          </a:p>
          <a:p>
            <a:pPr>
              <a:buNone/>
            </a:pPr>
            <a:r>
              <a:rPr lang="en-US" dirty="0">
                <a:ea typeface="+mn-lt"/>
                <a:cs typeface="+mn-lt"/>
              </a:rPr>
              <a:t>    Mechanism descriptions provide a detailed overview of the physical aspects of a tool, machine or other mechanical device that has moving parts and is designed to perform a specific function. These could be product descriptions for sales or manufacturing, documentation of design specifications, info-graphics, </a:t>
            </a:r>
            <a:r>
              <a:rPr lang="en-US" i="1" dirty="0">
                <a:ea typeface="+mn-lt"/>
                <a:cs typeface="+mn-lt"/>
              </a:rPr>
              <a:t>etc</a:t>
            </a:r>
            <a:r>
              <a:rPr lang="en-US" dirty="0">
                <a:ea typeface="+mn-lt"/>
                <a:cs typeface="+mn-lt"/>
              </a:rPr>
              <a:t>.</a:t>
            </a:r>
          </a:p>
          <a:p>
            <a:pPr algn="just">
              <a:buNone/>
            </a:pPr>
            <a:r>
              <a:rPr lang="en-US" dirty="0">
                <a:ea typeface="+mn-lt"/>
                <a:cs typeface="+mn-lt"/>
              </a:rPr>
              <a:t>    </a:t>
            </a:r>
          </a:p>
          <a:p>
            <a:pPr marL="0" indent="0">
              <a:buNone/>
            </a:pPr>
            <a:endParaRPr lang="en-US" dirty="0"/>
          </a:p>
        </p:txBody>
      </p:sp>
    </p:spTree>
    <p:extLst>
      <p:ext uri="{BB962C8B-B14F-4D97-AF65-F5344CB8AC3E}">
        <p14:creationId xmlns:p14="http://schemas.microsoft.com/office/powerpoint/2010/main" val="215388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40DF26-5AC7-473C-B400-29B6B9467904}"/>
              </a:ext>
            </a:extLst>
          </p:cNvPr>
          <p:cNvSpPr>
            <a:spLocks noGrp="1"/>
          </p:cNvSpPr>
          <p:nvPr>
            <p:ph type="title"/>
          </p:nvPr>
        </p:nvSpPr>
        <p:spPr/>
        <p:txBody>
          <a:bodyPr/>
          <a:lstStyle/>
          <a:p>
            <a:r>
              <a:rPr lang="en-US" b="1" dirty="0">
                <a:ea typeface="+mj-lt"/>
                <a:cs typeface="+mj-lt"/>
              </a:rPr>
              <a:t>B. Mechanism Description</a:t>
            </a:r>
            <a:endParaRPr lang="en-US" dirty="0"/>
          </a:p>
        </p:txBody>
      </p:sp>
      <p:sp>
        <p:nvSpPr>
          <p:cNvPr id="3" name="Content Placeholder 2">
            <a:extLst>
              <a:ext uri="{FF2B5EF4-FFF2-40B4-BE49-F238E27FC236}">
                <a16:creationId xmlns:a16="http://schemas.microsoft.com/office/drawing/2014/main" xmlns="" id="{1D664A52-744D-435A-B9AF-DB53C3323A78}"/>
              </a:ext>
            </a:extLst>
          </p:cNvPr>
          <p:cNvSpPr>
            <a:spLocks noGrp="1"/>
          </p:cNvSpPr>
          <p:nvPr>
            <p:ph idx="1"/>
          </p:nvPr>
        </p:nvSpPr>
        <p:spPr>
          <a:xfrm>
            <a:off x="838200" y="1929384"/>
            <a:ext cx="10515600" cy="4625771"/>
          </a:xfrm>
        </p:spPr>
        <p:txBody>
          <a:bodyPr vert="horz" lIns="91440" tIns="45720" rIns="91440" bIns="45720" rtlCol="0" anchor="t">
            <a:normAutofit fontScale="92500"/>
          </a:bodyPr>
          <a:lstStyle/>
          <a:p>
            <a:pPr algn="just">
              <a:buNone/>
            </a:pPr>
            <a:r>
              <a:rPr lang="en-US" dirty="0">
                <a:ea typeface="+mn-lt"/>
                <a:cs typeface="+mn-lt"/>
              </a:rPr>
              <a:t>A mechanism description can be a part of a larger report or a report by itself. It is especially important when the report concerns a device, tool, process, or concept that is new or unfamiliar. Description generally includes a definition of the object, an orientation to the overall characteristics, process of using while mechanism description deals with the detailed description of the parts in a logical order. For example, to describe a device, the writer would describe the physical appearance of the object and its parts, one by one, in the order in which they appear or play into the larger function of the device itself.</a:t>
            </a:r>
          </a:p>
          <a:p>
            <a:pPr marL="0" indent="0">
              <a:buNone/>
            </a:pPr>
            <a:endParaRPr lang="en-US" dirty="0"/>
          </a:p>
        </p:txBody>
      </p:sp>
    </p:spTree>
    <p:extLst>
      <p:ext uri="{BB962C8B-B14F-4D97-AF65-F5344CB8AC3E}">
        <p14:creationId xmlns:p14="http://schemas.microsoft.com/office/powerpoint/2010/main" val="827579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xmlns=""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rgbClr val="A14DC3"/>
          </a:solidFill>
          <a:ln w="38100" cap="rnd">
            <a:solidFill>
              <a:srgbClr val="A14DC3"/>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3464596-410C-46B0-8989-A319AA2D03E2}"/>
              </a:ext>
            </a:extLst>
          </p:cNvPr>
          <p:cNvSpPr>
            <a:spLocks noGrp="1"/>
          </p:cNvSpPr>
          <p:nvPr>
            <p:ph type="title"/>
          </p:nvPr>
        </p:nvSpPr>
        <p:spPr>
          <a:xfrm>
            <a:off x="838200" y="365125"/>
            <a:ext cx="10515600" cy="1325563"/>
          </a:xfrm>
        </p:spPr>
        <p:txBody>
          <a:bodyPr>
            <a:normAutofit/>
          </a:bodyPr>
          <a:lstStyle/>
          <a:p>
            <a:r>
              <a:rPr lang="en-US" sz="6000" b="1" dirty="0">
                <a:ea typeface="+mj-lt"/>
                <a:cs typeface="+mj-lt"/>
              </a:rPr>
              <a:t>B. Mechanism Description</a:t>
            </a:r>
            <a:endParaRPr lang="en-US" sz="6000" dirty="0"/>
          </a:p>
        </p:txBody>
      </p:sp>
      <p:sp>
        <p:nvSpPr>
          <p:cNvPr id="3" name="Content Placeholder 2">
            <a:extLst>
              <a:ext uri="{FF2B5EF4-FFF2-40B4-BE49-F238E27FC236}">
                <a16:creationId xmlns:a16="http://schemas.microsoft.com/office/drawing/2014/main" xmlns="" id="{F85ACE57-43A1-43BA-8B93-4D2D109E7E4D}"/>
              </a:ext>
            </a:extLst>
          </p:cNvPr>
          <p:cNvSpPr>
            <a:spLocks noGrp="1"/>
          </p:cNvSpPr>
          <p:nvPr>
            <p:ph idx="1"/>
          </p:nvPr>
        </p:nvSpPr>
        <p:spPr>
          <a:xfrm>
            <a:off x="838200" y="1339913"/>
            <a:ext cx="10515600" cy="5402147"/>
          </a:xfrm>
        </p:spPr>
        <p:txBody>
          <a:bodyPr vert="horz" lIns="91440" tIns="45720" rIns="91440" bIns="45720" rtlCol="0">
            <a:normAutofit lnSpcReduction="10000"/>
          </a:bodyPr>
          <a:lstStyle/>
          <a:p>
            <a:pPr>
              <a:lnSpc>
                <a:spcPct val="100000"/>
              </a:lnSpc>
              <a:buNone/>
            </a:pPr>
            <a:endParaRPr lang="en-US" sz="2400">
              <a:ea typeface="+mn-lt"/>
              <a:cs typeface="+mn-lt"/>
            </a:endParaRPr>
          </a:p>
          <a:p>
            <a:pPr>
              <a:lnSpc>
                <a:spcPct val="100000"/>
              </a:lnSpc>
              <a:buNone/>
            </a:pPr>
            <a:r>
              <a:rPr lang="en-US" sz="2400">
                <a:ea typeface="+mn-lt"/>
                <a:cs typeface="+mn-lt"/>
              </a:rPr>
              <a:t>Mechanism descriptions are used in catalogs, instruction manuals, and employee training. Examples of mechanisms in the workplace include car parts, furniture, kitchen tools, doorstops, pencil sharpeners, and more sophisticated machines such as an engine and a DVD player. Mechanism descriptions are often included with instructions in product packaging.  This description tells what the parts are, how they fit together, and what their functions are. Technicians and operators use the description to become familiar with the characteristics of the machine and to troubleshoot problems. New employees use a mechanism description to learn job responsibilities and safety procedures. Decision makers use mechanism descriptions to reach informed decisions, perhaps comparing current equipment with equipment proposed for purchase.</a:t>
            </a:r>
            <a:endParaRPr lang="en-US" sz="2400"/>
          </a:p>
          <a:p>
            <a:pPr>
              <a:lnSpc>
                <a:spcPct val="100000"/>
              </a:lnSpc>
              <a:buNone/>
            </a:pPr>
            <a:r>
              <a:rPr lang="en-US" sz="2400">
                <a:ea typeface="+mn-lt"/>
                <a:cs typeface="+mn-lt"/>
              </a:rPr>
              <a:t>(Do not explain how to operate the mechanism. Instead, describe what it does, what it looks like, what its parts are, and what they look like and do.)</a:t>
            </a:r>
          </a:p>
          <a:p>
            <a:pPr marL="0" indent="0">
              <a:lnSpc>
                <a:spcPct val="100000"/>
              </a:lnSpc>
              <a:buNone/>
            </a:pPr>
            <a:endParaRPr lang="en-US" sz="2400"/>
          </a:p>
        </p:txBody>
      </p:sp>
    </p:spTree>
    <p:extLst>
      <p:ext uri="{BB962C8B-B14F-4D97-AF65-F5344CB8AC3E}">
        <p14:creationId xmlns:p14="http://schemas.microsoft.com/office/powerpoint/2010/main" val="632421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D858708-E055-4490-A88C-998F759F3CB9}"/>
              </a:ext>
            </a:extLst>
          </p:cNvPr>
          <p:cNvSpPr>
            <a:spLocks noGrp="1"/>
          </p:cNvSpPr>
          <p:nvPr>
            <p:ph type="title"/>
          </p:nvPr>
        </p:nvSpPr>
        <p:spPr/>
        <p:txBody>
          <a:bodyPr/>
          <a:lstStyle/>
          <a:p>
            <a:r>
              <a:rPr lang="en-US"/>
              <a:t>Sample</a:t>
            </a:r>
          </a:p>
        </p:txBody>
      </p:sp>
      <p:pic>
        <p:nvPicPr>
          <p:cNvPr id="4" name="Picture 4" descr="A picture containing scissors&#10;&#10;Description automatically generated">
            <a:extLst>
              <a:ext uri="{FF2B5EF4-FFF2-40B4-BE49-F238E27FC236}">
                <a16:creationId xmlns:a16="http://schemas.microsoft.com/office/drawing/2014/main" xmlns="" id="{3CC6AB67-5624-46E3-ABBE-87FD926B0582}"/>
              </a:ext>
            </a:extLst>
          </p:cNvPr>
          <p:cNvPicPr>
            <a:picLocks noGrp="1" noChangeAspect="1"/>
          </p:cNvPicPr>
          <p:nvPr>
            <p:ph idx="1"/>
          </p:nvPr>
        </p:nvPicPr>
        <p:blipFill>
          <a:blip r:embed="rId2"/>
          <a:stretch>
            <a:fillRect/>
          </a:stretch>
        </p:blipFill>
        <p:spPr>
          <a:xfrm>
            <a:off x="841614" y="1895076"/>
            <a:ext cx="9545488" cy="4349330"/>
          </a:xfrm>
        </p:spPr>
      </p:pic>
    </p:spTree>
    <p:extLst>
      <p:ext uri="{BB962C8B-B14F-4D97-AF65-F5344CB8AC3E}">
        <p14:creationId xmlns:p14="http://schemas.microsoft.com/office/powerpoint/2010/main" val="1230354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xmlns=""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a:extLst>
              <a:ext uri="{FF2B5EF4-FFF2-40B4-BE49-F238E27FC236}">
                <a16:creationId xmlns:a16="http://schemas.microsoft.com/office/drawing/2014/main" xmlns=""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rgbClr val="A14DC3"/>
          </a:solidFill>
          <a:ln w="38100" cap="rnd">
            <a:solidFill>
              <a:srgbClr val="A14DC3"/>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24AC0D1-9CBD-4E14-96E7-638473EEE54D}"/>
              </a:ext>
            </a:extLst>
          </p:cNvPr>
          <p:cNvSpPr>
            <a:spLocks noGrp="1"/>
          </p:cNvSpPr>
          <p:nvPr>
            <p:ph type="title"/>
          </p:nvPr>
        </p:nvSpPr>
        <p:spPr>
          <a:xfrm>
            <a:off x="838200" y="365125"/>
            <a:ext cx="10515600" cy="1325563"/>
          </a:xfrm>
        </p:spPr>
        <p:txBody>
          <a:bodyPr>
            <a:normAutofit/>
          </a:bodyPr>
          <a:lstStyle/>
          <a:p>
            <a:pPr>
              <a:lnSpc>
                <a:spcPct val="90000"/>
              </a:lnSpc>
            </a:pPr>
            <a:r>
              <a:rPr lang="en-US" sz="4100" b="1" dirty="0">
                <a:ea typeface="+mj-lt"/>
                <a:cs typeface="+mj-lt"/>
              </a:rPr>
              <a:t>Considerations to be put while writing a mechanism description</a:t>
            </a:r>
            <a:endParaRPr lang="en-US" sz="4100" dirty="0"/>
          </a:p>
        </p:txBody>
      </p:sp>
      <p:sp>
        <p:nvSpPr>
          <p:cNvPr id="3" name="Content Placeholder 2">
            <a:extLst>
              <a:ext uri="{FF2B5EF4-FFF2-40B4-BE49-F238E27FC236}">
                <a16:creationId xmlns:a16="http://schemas.microsoft.com/office/drawing/2014/main" xmlns="" id="{49706D68-F18D-449C-B1AD-B7BF40A47913}"/>
              </a:ext>
            </a:extLst>
          </p:cNvPr>
          <p:cNvSpPr>
            <a:spLocks noGrp="1"/>
          </p:cNvSpPr>
          <p:nvPr>
            <p:ph idx="1"/>
          </p:nvPr>
        </p:nvSpPr>
        <p:spPr>
          <a:xfrm>
            <a:off x="838200" y="1584328"/>
            <a:ext cx="10515600" cy="5071468"/>
          </a:xfrm>
        </p:spPr>
        <p:txBody>
          <a:bodyPr vert="horz" lIns="91440" tIns="45720" rIns="91440" bIns="45720" rtlCol="0">
            <a:normAutofit/>
          </a:bodyPr>
          <a:lstStyle/>
          <a:p>
            <a:pPr>
              <a:lnSpc>
                <a:spcPct val="100000"/>
              </a:lnSpc>
              <a:buNone/>
            </a:pPr>
            <a:endParaRPr lang="en-US" sz="2000" b="1" dirty="0">
              <a:ea typeface="+mn-lt"/>
              <a:cs typeface="+mn-lt"/>
            </a:endParaRPr>
          </a:p>
          <a:p>
            <a:pPr>
              <a:lnSpc>
                <a:spcPct val="100000"/>
              </a:lnSpc>
              <a:buNone/>
            </a:pPr>
            <a:r>
              <a:rPr lang="en-US" sz="2000" dirty="0">
                <a:ea typeface="+mn-lt"/>
                <a:cs typeface="+mn-lt"/>
              </a:rPr>
              <a:t>1. Note everything down as a draft in regard to the equipment.</a:t>
            </a:r>
          </a:p>
          <a:p>
            <a:pPr>
              <a:lnSpc>
                <a:spcPct val="100000"/>
              </a:lnSpc>
              <a:buNone/>
            </a:pPr>
            <a:r>
              <a:rPr lang="en-US" sz="2000" dirty="0">
                <a:ea typeface="+mn-lt"/>
                <a:cs typeface="+mn-lt"/>
              </a:rPr>
              <a:t>2. Maintain sequential order of the parts: that is, explain the parts from left to right, right to left, top to bottom, bottom to top, or whatever pattern is logical.</a:t>
            </a:r>
          </a:p>
          <a:p>
            <a:pPr>
              <a:lnSpc>
                <a:spcPct val="100000"/>
              </a:lnSpc>
              <a:buNone/>
            </a:pPr>
            <a:r>
              <a:rPr lang="en-US" sz="2000" dirty="0">
                <a:ea typeface="+mn-lt"/>
                <a:cs typeface="+mn-lt"/>
              </a:rPr>
              <a:t>3. Open with an overall physical description of the mechanism, a statement that identifies its general purpose (what it is designed to do), and a preview of its parts.</a:t>
            </a:r>
          </a:p>
          <a:p>
            <a:pPr>
              <a:lnSpc>
                <a:spcPct val="100000"/>
              </a:lnSpc>
              <a:buNone/>
            </a:pPr>
            <a:r>
              <a:rPr lang="en-US" sz="2000" dirty="0">
                <a:ea typeface="+mn-lt"/>
                <a:cs typeface="+mn-lt"/>
              </a:rPr>
              <a:t>4. Divide the mechanism into its parts and discuss each part under a separate heading. Use proper names of the parts. </a:t>
            </a:r>
          </a:p>
          <a:p>
            <a:pPr marL="0" indent="0">
              <a:lnSpc>
                <a:spcPct val="100000"/>
              </a:lnSpc>
              <a:buNone/>
            </a:pPr>
            <a:endParaRPr lang="en-US" sz="2000" dirty="0"/>
          </a:p>
        </p:txBody>
      </p:sp>
    </p:spTree>
    <p:extLst>
      <p:ext uri="{BB962C8B-B14F-4D97-AF65-F5344CB8AC3E}">
        <p14:creationId xmlns:p14="http://schemas.microsoft.com/office/powerpoint/2010/main" val="498283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a typeface="+mj-lt"/>
                <a:cs typeface="+mj-lt"/>
              </a:rPr>
              <a:t>Considerations to be put while writing a mechanism description</a:t>
            </a:r>
            <a:endParaRPr lang="en-US" dirty="0"/>
          </a:p>
        </p:txBody>
      </p:sp>
      <p:sp>
        <p:nvSpPr>
          <p:cNvPr id="3" name="Content Placeholder 2"/>
          <p:cNvSpPr>
            <a:spLocks noGrp="1"/>
          </p:cNvSpPr>
          <p:nvPr>
            <p:ph idx="1"/>
          </p:nvPr>
        </p:nvSpPr>
        <p:spPr/>
        <p:txBody>
          <a:bodyPr/>
          <a:lstStyle/>
          <a:p>
            <a:pPr>
              <a:lnSpc>
                <a:spcPct val="100000"/>
              </a:lnSpc>
              <a:buNone/>
            </a:pPr>
            <a:r>
              <a:rPr lang="en-US" dirty="0">
                <a:ea typeface="+mn-lt"/>
                <a:cs typeface="+mn-lt"/>
              </a:rPr>
              <a:t>5. Show the relationship between/among parts if required.</a:t>
            </a:r>
          </a:p>
          <a:p>
            <a:pPr>
              <a:lnSpc>
                <a:spcPct val="100000"/>
              </a:lnSpc>
              <a:buNone/>
            </a:pPr>
            <a:r>
              <a:rPr lang="en-US" dirty="0" smtClean="0">
                <a:ea typeface="+mn-lt"/>
                <a:cs typeface="+mn-lt"/>
              </a:rPr>
              <a:t>6.</a:t>
            </a:r>
            <a:r>
              <a:rPr lang="en-US" dirty="0">
                <a:ea typeface="+mn-lt"/>
                <a:cs typeface="+mn-lt"/>
              </a:rPr>
              <a:t> Write specific information regarding the size, color, location, and material (what the mechanism is made of).</a:t>
            </a:r>
          </a:p>
          <a:p>
            <a:pPr>
              <a:lnSpc>
                <a:spcPct val="100000"/>
              </a:lnSpc>
              <a:buNone/>
            </a:pPr>
            <a:r>
              <a:rPr lang="en-US" dirty="0" smtClean="0">
                <a:ea typeface="+mn-lt"/>
                <a:cs typeface="+mn-lt"/>
              </a:rPr>
              <a:t>7.</a:t>
            </a:r>
            <a:r>
              <a:rPr lang="en-US" dirty="0">
                <a:ea typeface="+mn-lt"/>
                <a:cs typeface="+mn-lt"/>
              </a:rPr>
              <a:t> Write the function of every part (but not the process).</a:t>
            </a:r>
          </a:p>
          <a:p>
            <a:pPr>
              <a:lnSpc>
                <a:spcPct val="100000"/>
              </a:lnSpc>
              <a:buNone/>
            </a:pPr>
            <a:r>
              <a:rPr lang="en-US" dirty="0" smtClean="0">
                <a:ea typeface="+mn-lt"/>
                <a:cs typeface="+mn-lt"/>
              </a:rPr>
              <a:t>8.</a:t>
            </a:r>
            <a:r>
              <a:rPr lang="en-US" dirty="0">
                <a:ea typeface="+mn-lt"/>
                <a:cs typeface="+mn-lt"/>
              </a:rPr>
              <a:t> Use graphic presentation and label the parts.</a:t>
            </a:r>
          </a:p>
          <a:p>
            <a:endParaRPr lang="en-US" dirty="0"/>
          </a:p>
        </p:txBody>
      </p:sp>
    </p:spTree>
    <p:extLst>
      <p:ext uri="{BB962C8B-B14F-4D97-AF65-F5344CB8AC3E}">
        <p14:creationId xmlns:p14="http://schemas.microsoft.com/office/powerpoint/2010/main" val="2043075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A964B7-6A98-4285-A910-C3D3755FBFAB}"/>
              </a:ext>
            </a:extLst>
          </p:cNvPr>
          <p:cNvSpPr>
            <a:spLocks noGrp="1"/>
          </p:cNvSpPr>
          <p:nvPr>
            <p:ph type="title"/>
          </p:nvPr>
        </p:nvSpPr>
        <p:spPr>
          <a:xfrm>
            <a:off x="838200" y="365125"/>
            <a:ext cx="10515600" cy="951752"/>
          </a:xfrm>
        </p:spPr>
        <p:txBody>
          <a:bodyPr/>
          <a:lstStyle/>
          <a:p>
            <a:r>
              <a:rPr lang="en-US" sz="4000" dirty="0"/>
              <a:t>C. </a:t>
            </a:r>
            <a:r>
              <a:rPr lang="en-US" sz="4000" b="1" dirty="0">
                <a:ea typeface="+mj-lt"/>
                <a:cs typeface="+mj-lt"/>
              </a:rPr>
              <a:t>Periodic Reports and Progress Reports</a:t>
            </a:r>
            <a:endParaRPr lang="en-US"/>
          </a:p>
        </p:txBody>
      </p:sp>
      <p:sp>
        <p:nvSpPr>
          <p:cNvPr id="3" name="Content Placeholder 2">
            <a:extLst>
              <a:ext uri="{FF2B5EF4-FFF2-40B4-BE49-F238E27FC236}">
                <a16:creationId xmlns:a16="http://schemas.microsoft.com/office/drawing/2014/main" xmlns="" id="{39421469-F5C9-49E9-BEB0-945DB4777FE1}"/>
              </a:ext>
            </a:extLst>
          </p:cNvPr>
          <p:cNvSpPr>
            <a:spLocks noGrp="1"/>
          </p:cNvSpPr>
          <p:nvPr>
            <p:ph idx="1"/>
          </p:nvPr>
        </p:nvSpPr>
        <p:spPr>
          <a:xfrm>
            <a:off x="838200" y="1799988"/>
            <a:ext cx="10515600" cy="4985205"/>
          </a:xfrm>
        </p:spPr>
        <p:txBody>
          <a:bodyPr vert="horz" lIns="91440" tIns="45720" rIns="91440" bIns="45720" rtlCol="0" anchor="t">
            <a:normAutofit fontScale="85000" lnSpcReduction="20000"/>
          </a:bodyPr>
          <a:lstStyle/>
          <a:p>
            <a:pPr marL="0" indent="0" algn="just">
              <a:buNone/>
            </a:pPr>
            <a:r>
              <a:rPr lang="en-US" b="1" dirty="0">
                <a:ea typeface="+mn-lt"/>
                <a:cs typeface="+mn-lt"/>
              </a:rPr>
              <a:t>a. Periodic Reports</a:t>
            </a:r>
            <a:endParaRPr lang="en-US" dirty="0">
              <a:ea typeface="+mn-lt"/>
              <a:cs typeface="+mn-lt"/>
            </a:endParaRPr>
          </a:p>
          <a:p>
            <a:pPr indent="0" algn="just">
              <a:buNone/>
            </a:pPr>
            <a:r>
              <a:rPr lang="en-US" dirty="0">
                <a:ea typeface="+mn-lt"/>
                <a:cs typeface="+mn-lt"/>
              </a:rPr>
              <a:t>A periodic report is a written document that summarizes the events that have occurred within a certain time/period. Periodic reports explain accomplishments for all projects of a work group or of an entire organization. </a:t>
            </a:r>
            <a:endParaRPr lang="en-US" dirty="0" smtClean="0">
              <a:ea typeface="+mn-lt"/>
              <a:cs typeface="+mn-lt"/>
            </a:endParaRPr>
          </a:p>
          <a:p>
            <a:pPr indent="0" algn="just">
              <a:buNone/>
            </a:pPr>
            <a:r>
              <a:rPr lang="en-US" dirty="0" smtClean="0">
                <a:ea typeface="+mn-lt"/>
                <a:cs typeface="+mn-lt"/>
              </a:rPr>
              <a:t>Periodic </a:t>
            </a:r>
            <a:r>
              <a:rPr lang="en-US" dirty="0">
                <a:ea typeface="+mn-lt"/>
                <a:cs typeface="+mn-lt"/>
              </a:rPr>
              <a:t>reports often cover the same basic set of information and rely on numerical data to provide an overview of a specific time period. </a:t>
            </a:r>
            <a:endParaRPr lang="en-US" dirty="0" smtClean="0">
              <a:ea typeface="+mn-lt"/>
              <a:cs typeface="+mn-lt"/>
            </a:endParaRPr>
          </a:p>
          <a:p>
            <a:pPr indent="0" algn="just">
              <a:buNone/>
            </a:pPr>
            <a:r>
              <a:rPr lang="en-US" dirty="0" smtClean="0">
                <a:ea typeface="+mn-lt"/>
                <a:cs typeface="+mn-lt"/>
              </a:rPr>
              <a:t>Periodic </a:t>
            </a:r>
            <a:r>
              <a:rPr lang="en-US" dirty="0">
                <a:ea typeface="+mn-lt"/>
                <a:cs typeface="+mn-lt"/>
              </a:rPr>
              <a:t>reports may cover different periods: a week (weekly), a month (monthly), three months (quarterly), or six months (semiannually). </a:t>
            </a:r>
            <a:endParaRPr lang="en-US" dirty="0" smtClean="0">
              <a:ea typeface="+mn-lt"/>
              <a:cs typeface="+mn-lt"/>
            </a:endParaRPr>
          </a:p>
          <a:p>
            <a:pPr indent="0" algn="just">
              <a:buNone/>
            </a:pPr>
            <a:r>
              <a:rPr lang="en-US" dirty="0" smtClean="0">
                <a:ea typeface="+mn-lt"/>
                <a:cs typeface="+mn-lt"/>
              </a:rPr>
              <a:t>Businesses</a:t>
            </a:r>
            <a:r>
              <a:rPr lang="en-US" dirty="0">
                <a:ea typeface="+mn-lt"/>
                <a:cs typeface="+mn-lt"/>
              </a:rPr>
              <a:t> and nonprofit organizations use periodic reports to inform shareholders, clients, vendors, donors, and employees of the organization’s accomplishments and challenges. </a:t>
            </a:r>
          </a:p>
          <a:p>
            <a:pPr marL="0" indent="0">
              <a:buNone/>
            </a:pPr>
            <a:endParaRPr lang="en-US" dirty="0"/>
          </a:p>
        </p:txBody>
      </p:sp>
    </p:spTree>
    <p:extLst>
      <p:ext uri="{BB962C8B-B14F-4D97-AF65-F5344CB8AC3E}">
        <p14:creationId xmlns:p14="http://schemas.microsoft.com/office/powerpoint/2010/main" val="11241489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B298E3-AF96-47EB-91EC-9D4678AA2D64}"/>
              </a:ext>
            </a:extLst>
          </p:cNvPr>
          <p:cNvSpPr>
            <a:spLocks noGrp="1"/>
          </p:cNvSpPr>
          <p:nvPr>
            <p:ph type="title"/>
          </p:nvPr>
        </p:nvSpPr>
        <p:spPr>
          <a:xfrm>
            <a:off x="838200" y="365125"/>
            <a:ext cx="10515600" cy="1023639"/>
          </a:xfrm>
        </p:spPr>
        <p:txBody>
          <a:bodyPr>
            <a:normAutofit/>
          </a:bodyPr>
          <a:lstStyle/>
          <a:p>
            <a:r>
              <a:rPr lang="en-US" sz="4000" b="1" dirty="0">
                <a:ea typeface="+mj-lt"/>
                <a:cs typeface="+mj-lt"/>
              </a:rPr>
              <a:t>Guidelines for writing a periodic report:</a:t>
            </a:r>
            <a:endParaRPr lang="en-US" sz="4000" dirty="0"/>
          </a:p>
        </p:txBody>
      </p:sp>
      <p:sp>
        <p:nvSpPr>
          <p:cNvPr id="3" name="Content Placeholder 2">
            <a:extLst>
              <a:ext uri="{FF2B5EF4-FFF2-40B4-BE49-F238E27FC236}">
                <a16:creationId xmlns:a16="http://schemas.microsoft.com/office/drawing/2014/main" xmlns="" id="{829B642E-7B66-496F-A7FE-E09D894CDC0E}"/>
              </a:ext>
            </a:extLst>
          </p:cNvPr>
          <p:cNvSpPr>
            <a:spLocks noGrp="1"/>
          </p:cNvSpPr>
          <p:nvPr>
            <p:ph idx="1"/>
          </p:nvPr>
        </p:nvSpPr>
        <p:spPr>
          <a:xfrm>
            <a:off x="838200" y="1555573"/>
            <a:ext cx="10515600" cy="5287129"/>
          </a:xfrm>
        </p:spPr>
        <p:txBody>
          <a:bodyPr vert="horz" lIns="91440" tIns="45720" rIns="91440" bIns="45720" rtlCol="0" anchor="t">
            <a:normAutofit fontScale="77500" lnSpcReduction="20000"/>
          </a:bodyPr>
          <a:lstStyle/>
          <a:p>
            <a:pPr algn="just">
              <a:buNone/>
            </a:pPr>
            <a:endParaRPr lang="en-US" b="1" dirty="0">
              <a:ea typeface="+mn-lt"/>
              <a:cs typeface="+mn-lt"/>
            </a:endParaRPr>
          </a:p>
          <a:p>
            <a:pPr algn="just">
              <a:buFont typeface="Arial"/>
              <a:buChar char="•"/>
            </a:pPr>
            <a:r>
              <a:rPr lang="en-US" dirty="0">
                <a:ea typeface="+mn-lt"/>
                <a:cs typeface="+mn-lt"/>
              </a:rPr>
              <a:t>Collect information and data required in relation to all the activities and accomplishments of the organization over a time period.  </a:t>
            </a:r>
          </a:p>
          <a:p>
            <a:pPr algn="just">
              <a:buFont typeface="Arial"/>
              <a:buChar char="•"/>
            </a:pPr>
            <a:r>
              <a:rPr lang="en-US" dirty="0">
                <a:ea typeface="+mn-lt"/>
                <a:cs typeface="+mn-lt"/>
              </a:rPr>
              <a:t>Begin with a summary statement or paragraph not exceeding 4 lines</a:t>
            </a:r>
            <a:r>
              <a:rPr lang="en-US" b="1" dirty="0">
                <a:ea typeface="+mn-lt"/>
                <a:cs typeface="+mn-lt"/>
              </a:rPr>
              <a:t>.</a:t>
            </a:r>
            <a:r>
              <a:rPr lang="en-US" dirty="0">
                <a:ea typeface="+mn-lt"/>
                <a:cs typeface="+mn-lt"/>
              </a:rPr>
              <a:t> The summary should begin with a sweeping statement of how the facility/organization/unit performed in the period, and state whether it was normal, exceptional, below par, etc. For the introduction, develop an overview that briefly presents the highlights of the report.</a:t>
            </a:r>
          </a:p>
          <a:p>
            <a:pPr algn="just">
              <a:buFont typeface="Arial"/>
              <a:buChar char="•"/>
            </a:pPr>
            <a:r>
              <a:rPr lang="en-US" dirty="0">
                <a:ea typeface="+mn-lt"/>
                <a:cs typeface="+mn-lt"/>
              </a:rPr>
              <a:t>Meet your audience’s needs. What are the audience’s concerns, history with the writer and the project or organization, and roles?</a:t>
            </a:r>
          </a:p>
          <a:p>
            <a:pPr algn="just">
              <a:buFont typeface="Arial"/>
              <a:buChar char="•"/>
            </a:pPr>
            <a:r>
              <a:rPr lang="en-US" dirty="0">
                <a:ea typeface="+mn-lt"/>
                <a:cs typeface="+mn-lt"/>
              </a:rPr>
              <a:t>Also include the current status of key resources like</a:t>
            </a:r>
            <a:r>
              <a:rPr lang="en-US" b="1" dirty="0">
                <a:ea typeface="+mn-lt"/>
                <a:cs typeface="+mn-lt"/>
              </a:rPr>
              <a:t> </a:t>
            </a:r>
            <a:r>
              <a:rPr lang="en-US" dirty="0">
                <a:ea typeface="+mn-lt"/>
                <a:cs typeface="+mn-lt"/>
              </a:rPr>
              <a:t>staff, machines, facilities, energy resources, budget, cash, etc. </a:t>
            </a:r>
          </a:p>
          <a:p>
            <a:pPr algn="just">
              <a:buFont typeface="Arial"/>
              <a:buChar char="•"/>
            </a:pPr>
            <a:r>
              <a:rPr lang="en-US" dirty="0">
                <a:ea typeface="+mn-lt"/>
                <a:cs typeface="+mn-lt"/>
              </a:rPr>
              <a:t>Organize the report according to the sequential order of the tasks in order to present logically. Use headings and sub-headings. </a:t>
            </a:r>
            <a:endParaRPr lang="en-US" dirty="0" smtClean="0">
              <a:ea typeface="+mn-lt"/>
              <a:cs typeface="+mn-lt"/>
            </a:endParaRPr>
          </a:p>
          <a:p>
            <a:pPr algn="just">
              <a:buFont typeface="Arial"/>
              <a:buChar char="•"/>
            </a:pPr>
            <a:endParaRPr lang="en-US" dirty="0">
              <a:ea typeface="+mn-lt"/>
              <a:cs typeface="+mn-lt"/>
            </a:endParaRPr>
          </a:p>
          <a:p>
            <a:pPr algn="just">
              <a:buFont typeface="Arial"/>
              <a:buChar char="•"/>
            </a:pPr>
            <a:endParaRPr lang="en-US" dirty="0" smtClean="0">
              <a:ea typeface="+mn-lt"/>
              <a:cs typeface="+mn-lt"/>
            </a:endParaRPr>
          </a:p>
          <a:p>
            <a:pPr algn="just">
              <a:buFont typeface="Arial"/>
              <a:buChar char="•"/>
            </a:pPr>
            <a:endParaRPr lang="en-US" dirty="0">
              <a:ea typeface="+mn-lt"/>
              <a:cs typeface="+mn-lt"/>
            </a:endParaRPr>
          </a:p>
          <a:p>
            <a:pPr algn="just">
              <a:buFont typeface="Arial"/>
              <a:buChar char="•"/>
            </a:pPr>
            <a:endParaRPr lang="en-US" dirty="0" smtClean="0">
              <a:ea typeface="+mn-lt"/>
              <a:cs typeface="+mn-lt"/>
            </a:endParaRPr>
          </a:p>
          <a:p>
            <a:pPr marL="0" indent="0">
              <a:buNone/>
            </a:pPr>
            <a:endParaRPr lang="en-US" dirty="0"/>
          </a:p>
        </p:txBody>
      </p:sp>
    </p:spTree>
    <p:extLst>
      <p:ext uri="{BB962C8B-B14F-4D97-AF65-F5344CB8AC3E}">
        <p14:creationId xmlns:p14="http://schemas.microsoft.com/office/powerpoint/2010/main" val="26083619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ea typeface="+mj-lt"/>
                <a:cs typeface="+mj-lt"/>
              </a:rPr>
              <a:t>Guidelines for writing a periodic report:</a:t>
            </a:r>
            <a:endParaRPr lang="en-US" dirty="0"/>
          </a:p>
        </p:txBody>
      </p:sp>
      <p:sp>
        <p:nvSpPr>
          <p:cNvPr id="3" name="Content Placeholder 2"/>
          <p:cNvSpPr>
            <a:spLocks noGrp="1"/>
          </p:cNvSpPr>
          <p:nvPr>
            <p:ph idx="1"/>
          </p:nvPr>
        </p:nvSpPr>
        <p:spPr/>
        <p:txBody>
          <a:bodyPr>
            <a:normAutofit fontScale="77500" lnSpcReduction="20000"/>
          </a:bodyPr>
          <a:lstStyle/>
          <a:p>
            <a:pPr algn="just">
              <a:buFont typeface="Arial"/>
              <a:buChar char="•"/>
            </a:pPr>
            <a:endParaRPr lang="en-US" dirty="0">
              <a:ea typeface="+mn-lt"/>
              <a:cs typeface="+mn-lt"/>
            </a:endParaRPr>
          </a:p>
          <a:p>
            <a:pPr algn="just">
              <a:buFont typeface="Arial"/>
              <a:buChar char="•"/>
            </a:pPr>
            <a:r>
              <a:rPr lang="en-US" dirty="0">
                <a:ea typeface="+mn-lt"/>
                <a:cs typeface="+mn-lt"/>
              </a:rPr>
              <a:t>Prepare your report considering the audiences. Use appropriate format, for example, if the report is for internal audiences, the report comes in the form of a memo but if the report is for external audiences, then, it can be formatted as a letter.</a:t>
            </a:r>
          </a:p>
          <a:p>
            <a:pPr algn="just">
              <a:buFont typeface="Arial"/>
              <a:buChar char="•"/>
            </a:pPr>
            <a:r>
              <a:rPr lang="en-US" dirty="0">
                <a:ea typeface="+mn-lt"/>
                <a:cs typeface="+mn-lt"/>
              </a:rPr>
              <a:t>Create different section for each activity/task and we can organize the information from the most important to the least important.</a:t>
            </a:r>
          </a:p>
          <a:p>
            <a:pPr algn="just">
              <a:buFont typeface="Arial"/>
              <a:buChar char="•"/>
            </a:pPr>
            <a:r>
              <a:rPr lang="en-US" dirty="0">
                <a:ea typeface="+mn-lt"/>
                <a:cs typeface="+mn-lt"/>
              </a:rPr>
              <a:t>Paraphrase and rewrite the important ideas in the part of conclusion.</a:t>
            </a:r>
          </a:p>
          <a:p>
            <a:pPr algn="just">
              <a:buFont typeface="Arial"/>
              <a:buChar char="•"/>
            </a:pPr>
            <a:r>
              <a:rPr lang="en-US" dirty="0">
                <a:ea typeface="+mn-lt"/>
                <a:cs typeface="+mn-lt"/>
              </a:rPr>
              <a:t>Review the report for accuracy of information and grammar correctness.</a:t>
            </a:r>
          </a:p>
          <a:p>
            <a:pPr algn="just">
              <a:buFont typeface="Arial"/>
              <a:buChar char="•"/>
            </a:pPr>
            <a:r>
              <a:rPr lang="en-US" dirty="0">
                <a:ea typeface="+mn-lt"/>
                <a:cs typeface="+mn-lt"/>
              </a:rPr>
              <a:t>Use number or bullets for listing important information.</a:t>
            </a:r>
          </a:p>
          <a:p>
            <a:pPr algn="just">
              <a:buFont typeface="Arial"/>
              <a:buChar char="•"/>
            </a:pPr>
            <a:r>
              <a:rPr lang="en-US" dirty="0">
                <a:ea typeface="+mn-lt"/>
                <a:cs typeface="+mn-lt"/>
              </a:rPr>
              <a:t>Submit/present the report and follow up for necessary actions.</a:t>
            </a:r>
          </a:p>
          <a:p>
            <a:endParaRPr lang="en-US" dirty="0"/>
          </a:p>
        </p:txBody>
      </p:sp>
    </p:spTree>
    <p:extLst>
      <p:ext uri="{BB962C8B-B14F-4D97-AF65-F5344CB8AC3E}">
        <p14:creationId xmlns:p14="http://schemas.microsoft.com/office/powerpoint/2010/main" val="3565445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46692D-1779-4432-A4DE-861BF7CDBF0D}"/>
              </a:ext>
            </a:extLst>
          </p:cNvPr>
          <p:cNvSpPr>
            <a:spLocks noGrp="1"/>
          </p:cNvSpPr>
          <p:nvPr>
            <p:ph type="title"/>
          </p:nvPr>
        </p:nvSpPr>
        <p:spPr/>
        <p:txBody>
          <a:bodyPr/>
          <a:lstStyle/>
          <a:p>
            <a:r>
              <a:rPr lang="en-US" dirty="0"/>
              <a:t>b. </a:t>
            </a:r>
            <a:r>
              <a:rPr lang="en-US" b="1" dirty="0">
                <a:ea typeface="+mj-lt"/>
                <a:cs typeface="+mj-lt"/>
              </a:rPr>
              <a:t>Progress Reports:</a:t>
            </a:r>
            <a:endParaRPr lang="en-US" dirty="0"/>
          </a:p>
        </p:txBody>
      </p:sp>
      <p:sp>
        <p:nvSpPr>
          <p:cNvPr id="3" name="Content Placeholder 2">
            <a:extLst>
              <a:ext uri="{FF2B5EF4-FFF2-40B4-BE49-F238E27FC236}">
                <a16:creationId xmlns:a16="http://schemas.microsoft.com/office/drawing/2014/main" xmlns="" id="{9E3710EB-3EBA-4C47-9C47-515904336517}"/>
              </a:ext>
            </a:extLst>
          </p:cNvPr>
          <p:cNvSpPr>
            <a:spLocks noGrp="1"/>
          </p:cNvSpPr>
          <p:nvPr>
            <p:ph idx="1"/>
          </p:nvPr>
        </p:nvSpPr>
        <p:spPr>
          <a:xfrm>
            <a:off x="838200" y="1929384"/>
            <a:ext cx="10515600" cy="4812676"/>
          </a:xfrm>
        </p:spPr>
        <p:txBody>
          <a:bodyPr vert="horz" lIns="91440" tIns="45720" rIns="91440" bIns="45720" rtlCol="0" anchor="t">
            <a:normAutofit fontScale="92500" lnSpcReduction="20000"/>
          </a:bodyPr>
          <a:lstStyle/>
          <a:p>
            <a:pPr marL="0" indent="0" algn="just">
              <a:buNone/>
            </a:pPr>
            <a:r>
              <a:rPr lang="en-US" dirty="0">
                <a:ea typeface="+mn-lt"/>
                <a:cs typeface="+mn-lt"/>
              </a:rPr>
              <a:t>Progress reports are also similar to periodic reports in terms of functions and format</a:t>
            </a:r>
            <a:r>
              <a:rPr lang="en-US" dirty="0" smtClean="0">
                <a:ea typeface="+mn-lt"/>
                <a:cs typeface="+mn-lt"/>
              </a:rPr>
              <a:t>. </a:t>
            </a:r>
            <a:r>
              <a:rPr lang="en-US" dirty="0">
                <a:ea typeface="+mn-lt"/>
                <a:cs typeface="+mn-lt"/>
              </a:rPr>
              <a:t>However, the biggest difference between them is that unlike periodic reports, progress reports present the development of a particular task within a specified time period</a:t>
            </a:r>
            <a:r>
              <a:rPr lang="en-US" dirty="0" smtClean="0">
                <a:ea typeface="+mn-lt"/>
                <a:cs typeface="+mn-lt"/>
              </a:rPr>
              <a:t>.</a:t>
            </a:r>
          </a:p>
          <a:p>
            <a:pPr marL="0" indent="0" algn="just">
              <a:buNone/>
            </a:pPr>
            <a:r>
              <a:rPr lang="en-US" dirty="0" smtClean="0">
                <a:ea typeface="+mn-lt"/>
                <a:cs typeface="+mn-lt"/>
              </a:rPr>
              <a:t>A </a:t>
            </a:r>
            <a:r>
              <a:rPr lang="en-US" dirty="0">
                <a:ea typeface="+mn-lt"/>
                <a:cs typeface="+mn-lt"/>
              </a:rPr>
              <a:t>progress report covers in detail all achievements as well as plans for the upcoming reporting period toward completing one project. </a:t>
            </a:r>
            <a:endParaRPr lang="en-US" dirty="0" smtClean="0">
              <a:ea typeface="+mn-lt"/>
              <a:cs typeface="+mn-lt"/>
            </a:endParaRPr>
          </a:p>
          <a:p>
            <a:pPr marL="0" indent="0" algn="just">
              <a:buNone/>
            </a:pPr>
            <a:r>
              <a:rPr lang="en-US" dirty="0" smtClean="0">
                <a:ea typeface="+mn-lt"/>
                <a:cs typeface="+mn-lt"/>
              </a:rPr>
              <a:t>To </a:t>
            </a:r>
            <a:r>
              <a:rPr lang="en-US" dirty="0">
                <a:ea typeface="+mn-lt"/>
                <a:cs typeface="+mn-lt"/>
              </a:rPr>
              <a:t>be specific, the audience of a progress report wants to see what you’ve accomplished on the assigned project, what you are working on now, what you plan to work on next, and how the project is going in general. Anyone in an organization may need to report progress made on a project. Readers may use information in a progress report to make decisions, to take actions, or to file for future reference. </a:t>
            </a:r>
            <a:endParaRPr lang="en-US" b="1" dirty="0">
              <a:ea typeface="+mn-lt"/>
              <a:cs typeface="+mn-lt"/>
            </a:endParaRPr>
          </a:p>
          <a:p>
            <a:pPr marL="0" indent="0">
              <a:buNone/>
            </a:pPr>
            <a:endParaRPr lang="en-US" dirty="0"/>
          </a:p>
        </p:txBody>
      </p:sp>
    </p:spTree>
    <p:extLst>
      <p:ext uri="{BB962C8B-B14F-4D97-AF65-F5344CB8AC3E}">
        <p14:creationId xmlns:p14="http://schemas.microsoft.com/office/powerpoint/2010/main" val="1790797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D10C771-6C8C-4B6C-8D9A-EDD1991D8784}"/>
              </a:ext>
            </a:extLst>
          </p:cNvPr>
          <p:cNvSpPr>
            <a:spLocks noGrp="1"/>
          </p:cNvSpPr>
          <p:nvPr>
            <p:ph type="title"/>
          </p:nvPr>
        </p:nvSpPr>
        <p:spPr/>
        <p:txBody>
          <a:bodyPr/>
          <a:lstStyle/>
          <a:p>
            <a:r>
              <a:rPr lang="en-US" dirty="0"/>
              <a:t>Progress Reports</a:t>
            </a:r>
          </a:p>
        </p:txBody>
      </p:sp>
      <p:sp>
        <p:nvSpPr>
          <p:cNvPr id="3" name="Content Placeholder 2">
            <a:extLst>
              <a:ext uri="{FF2B5EF4-FFF2-40B4-BE49-F238E27FC236}">
                <a16:creationId xmlns:a16="http://schemas.microsoft.com/office/drawing/2014/main" xmlns="" id="{3CEF37F8-18CF-48F7-BF52-42FB333115B7}"/>
              </a:ext>
            </a:extLst>
          </p:cNvPr>
          <p:cNvSpPr>
            <a:spLocks noGrp="1"/>
          </p:cNvSpPr>
          <p:nvPr>
            <p:ph idx="1"/>
          </p:nvPr>
        </p:nvSpPr>
        <p:spPr>
          <a:xfrm>
            <a:off x="838200" y="1929384"/>
            <a:ext cx="10515600" cy="4913318"/>
          </a:xfrm>
        </p:spPr>
        <p:txBody>
          <a:bodyPr vert="horz" lIns="91440" tIns="45720" rIns="91440" bIns="45720" rtlCol="0" anchor="t">
            <a:normAutofit/>
          </a:bodyPr>
          <a:lstStyle/>
          <a:p>
            <a:pPr algn="just">
              <a:buNone/>
            </a:pPr>
            <a:r>
              <a:rPr lang="en-US" b="1" dirty="0">
                <a:ea typeface="+mn-lt"/>
                <a:cs typeface="+mn-lt"/>
              </a:rPr>
              <a:t>Basically, progress reports explain any or all of the following:</a:t>
            </a:r>
            <a:endParaRPr lang="en-US" dirty="0">
              <a:ea typeface="+mn-lt"/>
              <a:cs typeface="+mn-lt"/>
            </a:endParaRPr>
          </a:p>
          <a:p>
            <a:pPr algn="just">
              <a:buFont typeface="Arial,Sans-Serif"/>
              <a:buChar char="•"/>
            </a:pPr>
            <a:r>
              <a:rPr lang="en-US" dirty="0">
                <a:ea typeface="+mn-lt"/>
                <a:cs typeface="+mn-lt"/>
              </a:rPr>
              <a:t>How much of the work is complete</a:t>
            </a:r>
          </a:p>
          <a:p>
            <a:pPr algn="just">
              <a:buFont typeface="Arial,Sans-Serif"/>
              <a:buChar char="•"/>
            </a:pPr>
            <a:r>
              <a:rPr lang="en-US" dirty="0">
                <a:ea typeface="+mn-lt"/>
                <a:cs typeface="+mn-lt"/>
              </a:rPr>
              <a:t>What part of the work is currently in progress</a:t>
            </a:r>
          </a:p>
          <a:p>
            <a:pPr algn="just">
              <a:buFont typeface="Arial,Sans-Serif"/>
              <a:buChar char="•"/>
            </a:pPr>
            <a:r>
              <a:rPr lang="en-US" dirty="0">
                <a:ea typeface="+mn-lt"/>
                <a:cs typeface="+mn-lt"/>
              </a:rPr>
              <a:t>What work remains to be done</a:t>
            </a:r>
          </a:p>
          <a:p>
            <a:pPr algn="just">
              <a:buFont typeface="Arial,Sans-Serif"/>
              <a:buChar char="•"/>
            </a:pPr>
            <a:r>
              <a:rPr lang="en-US" dirty="0">
                <a:ea typeface="+mn-lt"/>
                <a:cs typeface="+mn-lt"/>
              </a:rPr>
              <a:t>What problems or unexpected things, if any, have arisen</a:t>
            </a:r>
          </a:p>
          <a:p>
            <a:pPr algn="just">
              <a:buFont typeface="Arial,Sans-Serif"/>
              <a:buChar char="•"/>
            </a:pPr>
            <a:r>
              <a:rPr lang="en-US" dirty="0">
                <a:ea typeface="+mn-lt"/>
                <a:cs typeface="+mn-lt"/>
              </a:rPr>
              <a:t>How the project is going in general</a:t>
            </a:r>
          </a:p>
          <a:p>
            <a:pPr indent="0" algn="just">
              <a:buNone/>
            </a:pPr>
            <a:endParaRPr lang="en-US" b="1" dirty="0">
              <a:ea typeface="+mn-lt"/>
              <a:cs typeface="+mn-lt"/>
            </a:endParaRPr>
          </a:p>
          <a:p>
            <a:pPr marL="0" indent="0">
              <a:buNone/>
            </a:pPr>
            <a:endParaRPr lang="en-US" dirty="0"/>
          </a:p>
        </p:txBody>
      </p:sp>
    </p:spTree>
    <p:extLst>
      <p:ext uri="{BB962C8B-B14F-4D97-AF65-F5344CB8AC3E}">
        <p14:creationId xmlns:p14="http://schemas.microsoft.com/office/powerpoint/2010/main" val="29235384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7BFC0C-CEDF-4C4F-A5B9-2BFBC3AFC359}"/>
              </a:ext>
            </a:extLst>
          </p:cNvPr>
          <p:cNvSpPr>
            <a:spLocks noGrp="1"/>
          </p:cNvSpPr>
          <p:nvPr>
            <p:ph type="title"/>
          </p:nvPr>
        </p:nvSpPr>
        <p:spPr/>
        <p:txBody>
          <a:bodyPr/>
          <a:lstStyle/>
          <a:p>
            <a:r>
              <a:rPr lang="en-US" dirty="0"/>
              <a:t>Progress Reports</a:t>
            </a:r>
          </a:p>
        </p:txBody>
      </p:sp>
      <p:sp>
        <p:nvSpPr>
          <p:cNvPr id="3" name="Content Placeholder 2">
            <a:extLst>
              <a:ext uri="{FF2B5EF4-FFF2-40B4-BE49-F238E27FC236}">
                <a16:creationId xmlns:a16="http://schemas.microsoft.com/office/drawing/2014/main" xmlns="" id="{D78263EE-1613-4141-AA1E-275383EEF594}"/>
              </a:ext>
            </a:extLst>
          </p:cNvPr>
          <p:cNvSpPr>
            <a:spLocks noGrp="1"/>
          </p:cNvSpPr>
          <p:nvPr>
            <p:ph idx="1"/>
          </p:nvPr>
        </p:nvSpPr>
        <p:spPr>
          <a:xfrm>
            <a:off x="838200" y="1713724"/>
            <a:ext cx="10515600" cy="5143355"/>
          </a:xfrm>
        </p:spPr>
        <p:txBody>
          <a:bodyPr vert="horz" lIns="91440" tIns="45720" rIns="91440" bIns="45720" rtlCol="0" anchor="t">
            <a:normAutofit fontScale="85000" lnSpcReduction="20000"/>
          </a:bodyPr>
          <a:lstStyle/>
          <a:p>
            <a:pPr indent="0" algn="just">
              <a:buNone/>
            </a:pPr>
            <a:r>
              <a:rPr lang="en-US" b="1" dirty="0">
                <a:ea typeface="+mn-lt"/>
                <a:cs typeface="+mn-lt"/>
              </a:rPr>
              <a:t>Progress reports have several important functions:</a:t>
            </a:r>
            <a:endParaRPr lang="en-US" dirty="0">
              <a:ea typeface="+mn-lt"/>
              <a:cs typeface="+mn-lt"/>
            </a:endParaRPr>
          </a:p>
          <a:p>
            <a:pPr algn="just">
              <a:buFont typeface="Arial,Sans-Serif"/>
              <a:buChar char="•"/>
            </a:pPr>
            <a:r>
              <a:rPr lang="en-US" dirty="0">
                <a:ea typeface="+mn-lt"/>
                <a:cs typeface="+mn-lt"/>
              </a:rPr>
              <a:t>Reassure audiences that you are making progress, that the project is going smoothly, and that it will be complete by the expected date.</a:t>
            </a:r>
          </a:p>
          <a:p>
            <a:pPr algn="just">
              <a:buFont typeface="Arial,Sans-Serif"/>
              <a:buChar char="•"/>
            </a:pPr>
            <a:r>
              <a:rPr lang="en-US" dirty="0">
                <a:ea typeface="+mn-lt"/>
                <a:cs typeface="+mn-lt"/>
              </a:rPr>
              <a:t>Provide audiences with a brief look at some of the findings or some of the work of the project.</a:t>
            </a:r>
          </a:p>
          <a:p>
            <a:pPr algn="just">
              <a:buFont typeface="Arial,Sans-Serif"/>
              <a:buChar char="•"/>
            </a:pPr>
            <a:r>
              <a:rPr lang="en-US" dirty="0">
                <a:ea typeface="+mn-lt"/>
                <a:cs typeface="+mn-lt"/>
              </a:rPr>
              <a:t>Give audiences a chance to evaluate your work on the project and to request changes.</a:t>
            </a:r>
          </a:p>
          <a:p>
            <a:pPr algn="just">
              <a:buFont typeface="Arial,Sans-Serif"/>
              <a:buChar char="•"/>
            </a:pPr>
            <a:r>
              <a:rPr lang="en-US" dirty="0">
                <a:ea typeface="+mn-lt"/>
                <a:cs typeface="+mn-lt"/>
              </a:rPr>
              <a:t>Give you a chance to discuss problems in the project and thus to forewarn audiences.</a:t>
            </a:r>
          </a:p>
          <a:p>
            <a:pPr algn="just">
              <a:buFont typeface="Arial,Sans-Serif"/>
              <a:buChar char="•"/>
            </a:pPr>
            <a:r>
              <a:rPr lang="en-US" dirty="0">
                <a:ea typeface="+mn-lt"/>
                <a:cs typeface="+mn-lt"/>
              </a:rPr>
              <a:t>Force you to establish a work schedule so that you’ll complete the project on time.</a:t>
            </a:r>
          </a:p>
          <a:p>
            <a:pPr algn="just">
              <a:buFont typeface="Arial,Sans-Serif"/>
              <a:buChar char="•"/>
            </a:pPr>
            <a:r>
              <a:rPr lang="en-US" dirty="0">
                <a:ea typeface="+mn-lt"/>
                <a:cs typeface="+mn-lt"/>
              </a:rPr>
              <a:t>Project a sense of professionalism to your work and your organization.</a:t>
            </a:r>
          </a:p>
          <a:p>
            <a:pPr marL="0" indent="0">
              <a:buNone/>
            </a:pPr>
            <a:endParaRPr lang="en-US" dirty="0"/>
          </a:p>
        </p:txBody>
      </p:sp>
    </p:spTree>
    <p:extLst>
      <p:ext uri="{BB962C8B-B14F-4D97-AF65-F5344CB8AC3E}">
        <p14:creationId xmlns:p14="http://schemas.microsoft.com/office/powerpoint/2010/main" val="37742541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C16D96-0338-4DFC-9B2F-C2470BC6C593}"/>
              </a:ext>
            </a:extLst>
          </p:cNvPr>
          <p:cNvSpPr>
            <a:spLocks noGrp="1"/>
          </p:cNvSpPr>
          <p:nvPr>
            <p:ph type="title"/>
          </p:nvPr>
        </p:nvSpPr>
        <p:spPr/>
        <p:txBody>
          <a:bodyPr>
            <a:normAutofit/>
          </a:bodyPr>
          <a:lstStyle/>
          <a:p>
            <a:r>
              <a:rPr lang="en-US" sz="4000" b="1" dirty="0">
                <a:ea typeface="+mj-lt"/>
                <a:cs typeface="+mj-lt"/>
              </a:rPr>
              <a:t>Guidelines for writing a progress report:</a:t>
            </a:r>
            <a:endParaRPr lang="en-US" sz="4000" dirty="0"/>
          </a:p>
        </p:txBody>
      </p:sp>
      <p:sp>
        <p:nvSpPr>
          <p:cNvPr id="3" name="Content Placeholder 2">
            <a:extLst>
              <a:ext uri="{FF2B5EF4-FFF2-40B4-BE49-F238E27FC236}">
                <a16:creationId xmlns:a16="http://schemas.microsoft.com/office/drawing/2014/main" xmlns="" id="{31033260-7862-4DDC-BC4D-33BE71DE2D13}"/>
              </a:ext>
            </a:extLst>
          </p:cNvPr>
          <p:cNvSpPr>
            <a:spLocks noGrp="1"/>
          </p:cNvSpPr>
          <p:nvPr>
            <p:ph idx="1"/>
          </p:nvPr>
        </p:nvSpPr>
        <p:spPr>
          <a:xfrm>
            <a:off x="838200" y="1498064"/>
            <a:ext cx="10515600" cy="5359015"/>
          </a:xfrm>
        </p:spPr>
        <p:txBody>
          <a:bodyPr vert="horz" lIns="91440" tIns="45720" rIns="91440" bIns="45720" rtlCol="0" anchor="t">
            <a:normAutofit fontScale="62500" lnSpcReduction="20000"/>
          </a:bodyPr>
          <a:lstStyle/>
          <a:p>
            <a:pPr algn="just">
              <a:buNone/>
            </a:pPr>
            <a:endParaRPr lang="en-US" b="1" dirty="0">
              <a:ea typeface="+mn-lt"/>
              <a:cs typeface="+mn-lt"/>
            </a:endParaRPr>
          </a:p>
          <a:p>
            <a:pPr algn="just">
              <a:buFont typeface="Arial"/>
              <a:buChar char="•"/>
            </a:pPr>
            <a:r>
              <a:rPr lang="en-US" dirty="0">
                <a:ea typeface="+mn-lt"/>
                <a:cs typeface="+mn-lt"/>
              </a:rPr>
              <a:t>Make sure you use the right format. Remember that you will be providing your progress in a memo or in a letter format.</a:t>
            </a:r>
          </a:p>
          <a:p>
            <a:pPr algn="just">
              <a:buFont typeface="Arial"/>
              <a:buChar char="•"/>
            </a:pPr>
            <a:r>
              <a:rPr lang="en-US" dirty="0">
                <a:ea typeface="+mn-lt"/>
                <a:cs typeface="+mn-lt"/>
              </a:rPr>
              <a:t>Try to answer the 5W-questions (what, when, who, where, why)</a:t>
            </a:r>
          </a:p>
          <a:p>
            <a:pPr algn="just">
              <a:buFont typeface="Arial"/>
              <a:buChar char="•"/>
            </a:pPr>
            <a:r>
              <a:rPr lang="en-US" dirty="0">
                <a:ea typeface="+mn-lt"/>
                <a:cs typeface="+mn-lt"/>
              </a:rPr>
              <a:t>Write a clear opening paragraph reminding your recipient of the project you are working on and that you are providing progress on that project. In the introductory section (Name of the project, reporting period, purpose of the report).</a:t>
            </a:r>
          </a:p>
          <a:p>
            <a:pPr algn="just">
              <a:buFont typeface="Arial"/>
              <a:buChar char="•"/>
            </a:pPr>
            <a:r>
              <a:rPr lang="en-US" dirty="0">
                <a:ea typeface="+mn-lt"/>
                <a:cs typeface="+mn-lt"/>
              </a:rPr>
              <a:t>Use headings to mark off the different parts of your progress report, particularly the different parts of your summary of work done on the project.</a:t>
            </a:r>
          </a:p>
          <a:p>
            <a:pPr algn="just">
              <a:buFont typeface="Arial"/>
              <a:buChar char="•"/>
            </a:pPr>
            <a:r>
              <a:rPr lang="en-US" dirty="0">
                <a:ea typeface="+mn-lt"/>
                <a:cs typeface="+mn-lt"/>
              </a:rPr>
              <a:t>Use first person pronoun (I/we)</a:t>
            </a:r>
          </a:p>
          <a:p>
            <a:pPr algn="just">
              <a:buFont typeface="Arial"/>
              <a:buChar char="•"/>
            </a:pPr>
            <a:r>
              <a:rPr lang="en-US" dirty="0">
                <a:ea typeface="+mn-lt"/>
                <a:cs typeface="+mn-lt"/>
              </a:rPr>
              <a:t>Use headings, sub-headings and lists as appropriate.</a:t>
            </a:r>
          </a:p>
          <a:p>
            <a:pPr algn="just">
              <a:buFont typeface="Arial"/>
              <a:buChar char="•"/>
            </a:pPr>
            <a:r>
              <a:rPr lang="en-US" dirty="0">
                <a:ea typeface="+mn-lt"/>
                <a:cs typeface="+mn-lt"/>
              </a:rPr>
              <a:t>Use the past tense.</a:t>
            </a:r>
          </a:p>
          <a:p>
            <a:pPr algn="just">
              <a:buFont typeface="Arial"/>
              <a:buChar char="•"/>
            </a:pPr>
            <a:r>
              <a:rPr lang="en-US" dirty="0">
                <a:ea typeface="+mn-lt"/>
                <a:cs typeface="+mn-lt"/>
              </a:rPr>
              <a:t>Provide factual and sufficient information—avoid relying on vague, overly general statements about the work you’ve done on the final report project and also present what you need to do further.</a:t>
            </a:r>
          </a:p>
          <a:p>
            <a:pPr algn="just">
              <a:buFont typeface="Arial"/>
              <a:buChar char="•"/>
            </a:pPr>
            <a:r>
              <a:rPr lang="en-US" dirty="0">
                <a:ea typeface="+mn-lt"/>
                <a:cs typeface="+mn-lt"/>
              </a:rPr>
              <a:t>Mention any obstacle you have faced while working.</a:t>
            </a:r>
          </a:p>
          <a:p>
            <a:pPr indent="0" algn="just">
              <a:buNone/>
            </a:pPr>
            <a:endParaRPr lang="en-US" dirty="0">
              <a:ea typeface="+mn-lt"/>
              <a:cs typeface="+mn-lt"/>
            </a:endParaRPr>
          </a:p>
          <a:p>
            <a:pPr algn="just">
              <a:buNone/>
            </a:pPr>
            <a:endParaRPr lang="en-US" dirty="0">
              <a:ea typeface="+mn-lt"/>
              <a:cs typeface="+mn-lt"/>
            </a:endParaRPr>
          </a:p>
          <a:p>
            <a:pPr marL="0" indent="0">
              <a:buNone/>
            </a:pPr>
            <a:endParaRPr lang="en-US" dirty="0"/>
          </a:p>
        </p:txBody>
      </p:sp>
    </p:spTree>
    <p:extLst>
      <p:ext uri="{BB962C8B-B14F-4D97-AF65-F5344CB8AC3E}">
        <p14:creationId xmlns:p14="http://schemas.microsoft.com/office/powerpoint/2010/main" val="911410911"/>
      </p:ext>
    </p:extLst>
  </p:cSld>
  <p:clrMapOvr>
    <a:masterClrMapping/>
  </p:clrMapOvr>
  <p:timing>
    <p:tnLst>
      <p:par>
        <p:cTn id="1" dur="indefinite" restart="never" nodeType="tmRoot"/>
      </p:par>
    </p:tnLst>
  </p:timing>
</p:sld>
</file>

<file path=ppt/theme/theme1.xml><?xml version="1.0" encoding="utf-8"?>
<a:theme xmlns:a="http://schemas.openxmlformats.org/drawingml/2006/main" name="SketchyVTI">
  <a:themeElements>
    <a:clrScheme name="AnalogousFromDarkSeedLeftStep">
      <a:dk1>
        <a:srgbClr val="000000"/>
      </a:dk1>
      <a:lt1>
        <a:srgbClr val="FFFFFF"/>
      </a:lt1>
      <a:dk2>
        <a:srgbClr val="1C2732"/>
      </a:dk2>
      <a:lt2>
        <a:srgbClr val="F1F3F0"/>
      </a:lt2>
      <a:accent1>
        <a:srgbClr val="A14DC3"/>
      </a:accent1>
      <a:accent2>
        <a:srgbClr val="613FB3"/>
      </a:accent2>
      <a:accent3>
        <a:srgbClr val="4D5BC3"/>
      </a:accent3>
      <a:accent4>
        <a:srgbClr val="3B7BB1"/>
      </a:accent4>
      <a:accent5>
        <a:srgbClr val="4BBABF"/>
      </a:accent5>
      <a:accent6>
        <a:srgbClr val="3BB185"/>
      </a:accent6>
      <a:hlink>
        <a:srgbClr val="3A96AE"/>
      </a:hlink>
      <a:folHlink>
        <a:srgbClr val="7F7F7F"/>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ppt/theme/theme2.xml><?xml version="1.0" encoding="utf-8"?>
<a:theme xmlns:a="http://schemas.openxmlformats.org/drawingml/2006/main" name="BrushVTI">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docProps/app.xml><?xml version="1.0" encoding="utf-8"?>
<Properties xmlns="http://schemas.openxmlformats.org/officeDocument/2006/extended-properties" xmlns:vt="http://schemas.openxmlformats.org/officeDocument/2006/docPropsVTypes">
  <Template>office theme</Template>
  <TotalTime>14</TotalTime>
  <Words>682</Words>
  <Application>Microsoft Office PowerPoint</Application>
  <PresentationFormat>Widescreen</PresentationFormat>
  <Paragraphs>135</Paragraphs>
  <Slides>20</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Arial,Sans-Serif</vt:lpstr>
      <vt:lpstr>Calibri</vt:lpstr>
      <vt:lpstr>Century Gothic</vt:lpstr>
      <vt:lpstr>The Hand Bold</vt:lpstr>
      <vt:lpstr>The Serif Hand Black</vt:lpstr>
      <vt:lpstr>SketchyVTI</vt:lpstr>
      <vt:lpstr>BrushVTI</vt:lpstr>
      <vt:lpstr>Informative Reports</vt:lpstr>
      <vt:lpstr>Informative Reports:</vt:lpstr>
      <vt:lpstr>A. Summaries and Abstracts</vt:lpstr>
      <vt:lpstr>A. Summaries and Abstracts</vt:lpstr>
      <vt:lpstr>Abstract vs Summary</vt:lpstr>
      <vt:lpstr>Guidelines (Considerations) for writing a summary or an abstract:</vt:lpstr>
      <vt:lpstr>Guidelines (Considerations) for writing a summary or an abstract:</vt:lpstr>
      <vt:lpstr>B. Mechanism Description</vt:lpstr>
      <vt:lpstr>B. Mechanism Description</vt:lpstr>
      <vt:lpstr>B. Mechanism Description</vt:lpstr>
      <vt:lpstr>Sample</vt:lpstr>
      <vt:lpstr>Considerations to be put while writing a mechanism description</vt:lpstr>
      <vt:lpstr>Considerations to be put while writing a mechanism description</vt:lpstr>
      <vt:lpstr>C. Periodic Reports and Progress Reports</vt:lpstr>
      <vt:lpstr>Guidelines for writing a periodic report:</vt:lpstr>
      <vt:lpstr>Guidelines for writing a periodic report:</vt:lpstr>
      <vt:lpstr>b. Progress Reports:</vt:lpstr>
      <vt:lpstr>Progress Reports</vt:lpstr>
      <vt:lpstr>Progress Reports</vt:lpstr>
      <vt:lpstr>Guidelines for writing a progress report: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Parjanya shakya</cp:lastModifiedBy>
  <cp:revision>150</cp:revision>
  <dcterms:created xsi:type="dcterms:W3CDTF">2020-12-15T11:02:29Z</dcterms:created>
  <dcterms:modified xsi:type="dcterms:W3CDTF">2021-03-09T03:38:04Z</dcterms:modified>
</cp:coreProperties>
</file>