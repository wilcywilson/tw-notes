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6AEEE39-617E-449F-930D-451B4DBEB620}" v="101" dt="2021-03-15T14:29:51.834"/>
    <p1510:client id="{15AB9C3B-AA92-4ABF-8147-7135E6AFD6CE}" v="69" dt="2021-03-15T14:49:01.109"/>
    <p1510:client id="{1AF7ADEC-3950-4159-AE25-59D5641C2A97}" v="47" dt="2021-03-15T14:36:05.856"/>
    <p1510:client id="{4ED56A50-BD04-43F0-97FA-889D6F9EBE76}" v="110" dt="2021-03-22T14:54:56.175"/>
    <p1510:client id="{79EBAC7A-2788-40C8-95DC-CF6C1A7B8EBC}" v="89" dt="2021-03-16T12:04:24.630"/>
    <p1510:client id="{9ED133D3-DAC5-4835-AB5E-C4B59F732BB1}" v="46" dt="2021-03-15T14:32:12.092"/>
    <p1510:client id="{A258AC1E-47C8-4860-BC07-3974F554682A}" v="61" dt="2021-03-15T14:51:23.209"/>
    <p1510:client id="{A7110D73-85BA-4B63-A613-4E58CCFF8AEE}" v="30" dt="2021-03-15T14:38:39.886"/>
    <p1510:client id="{AE77E1F7-D9C3-4064-A176-91E613F31A59}" v="56" dt="2021-03-15T14:45:31.801"/>
    <p1510:client id="{B5970437-AC73-498B-B09A-AD52ED2E8780}" v="199" dt="2021-03-16T12:23:44.465"/>
    <p1510:client id="{EF15E253-C367-48BB-A767-9918F3272C24}" v="25" dt="2021-03-15T14:42:37.772"/>
    <p1510:client id="{F92D9DAA-BFFF-40B9-9415-7DE00BCF8D6C}" v="6" dt="2021-03-22T14:26:53.53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chin  Neupane" userId="S::sachinneupane@samriddhicollege.edu.np::d21c9b6f-0979-4b1c-a91e-ffea27d935d3" providerId="AD" clId="Web-{AE77E1F7-D9C3-4064-A176-91E613F31A59}"/>
    <pc:docChg chg="addSld modSld">
      <pc:chgData name="Sachin  Neupane" userId="S::sachinneupane@samriddhicollege.edu.np::d21c9b6f-0979-4b1c-a91e-ffea27d935d3" providerId="AD" clId="Web-{AE77E1F7-D9C3-4064-A176-91E613F31A59}" dt="2021-03-15T14:45:31.801" v="30"/>
      <pc:docMkLst>
        <pc:docMk/>
      </pc:docMkLst>
      <pc:sldChg chg="modSp">
        <pc:chgData name="Sachin  Neupane" userId="S::sachinneupane@samriddhicollege.edu.np::d21c9b6f-0979-4b1c-a91e-ffea27d935d3" providerId="AD" clId="Web-{AE77E1F7-D9C3-4064-A176-91E613F31A59}" dt="2021-03-15T14:44:26.253" v="6" actId="20577"/>
        <pc:sldMkLst>
          <pc:docMk/>
          <pc:sldMk cId="3032081934" sldId="262"/>
        </pc:sldMkLst>
        <pc:spChg chg="mod">
          <ac:chgData name="Sachin  Neupane" userId="S::sachinneupane@samriddhicollege.edu.np::d21c9b6f-0979-4b1c-a91e-ffea27d935d3" providerId="AD" clId="Web-{AE77E1F7-D9C3-4064-A176-91E613F31A59}" dt="2021-03-15T14:44:16.205" v="4" actId="20577"/>
          <ac:spMkLst>
            <pc:docMk/>
            <pc:sldMk cId="3032081934" sldId="262"/>
            <ac:spMk id="2" creationId="{060D9847-18F5-4FBC-9B6F-E684648A7199}"/>
          </ac:spMkLst>
        </pc:spChg>
        <pc:spChg chg="mod">
          <ac:chgData name="Sachin  Neupane" userId="S::sachinneupane@samriddhicollege.edu.np::d21c9b6f-0979-4b1c-a91e-ffea27d935d3" providerId="AD" clId="Web-{AE77E1F7-D9C3-4064-A176-91E613F31A59}" dt="2021-03-15T14:44:26.253" v="6" actId="20577"/>
          <ac:spMkLst>
            <pc:docMk/>
            <pc:sldMk cId="3032081934" sldId="262"/>
            <ac:spMk id="3" creationId="{BBFF357C-21E1-41A2-BC32-CF189C1D7501}"/>
          </ac:spMkLst>
        </pc:spChg>
      </pc:sldChg>
      <pc:sldChg chg="modSp">
        <pc:chgData name="Sachin  Neupane" userId="S::sachinneupane@samriddhicollege.edu.np::d21c9b6f-0979-4b1c-a91e-ffea27d935d3" providerId="AD" clId="Web-{AE77E1F7-D9C3-4064-A176-91E613F31A59}" dt="2021-03-15T14:45:12.472" v="27" actId="14100"/>
        <pc:sldMkLst>
          <pc:docMk/>
          <pc:sldMk cId="1654381254" sldId="263"/>
        </pc:sldMkLst>
        <pc:spChg chg="mod">
          <ac:chgData name="Sachin  Neupane" userId="S::sachinneupane@samriddhicollege.edu.np::d21c9b6f-0979-4b1c-a91e-ffea27d935d3" providerId="AD" clId="Web-{AE77E1F7-D9C3-4064-A176-91E613F31A59}" dt="2021-03-15T14:44:57.628" v="20" actId="14100"/>
          <ac:spMkLst>
            <pc:docMk/>
            <pc:sldMk cId="1654381254" sldId="263"/>
            <ac:spMk id="2" creationId="{B8F0C2A1-BD88-4E35-8AF8-84FEE3575394}"/>
          </ac:spMkLst>
        </pc:spChg>
        <pc:spChg chg="mod">
          <ac:chgData name="Sachin  Neupane" userId="S::sachinneupane@samriddhicollege.edu.np::d21c9b6f-0979-4b1c-a91e-ffea27d935d3" providerId="AD" clId="Web-{AE77E1F7-D9C3-4064-A176-91E613F31A59}" dt="2021-03-15T14:45:12.472" v="27" actId="14100"/>
          <ac:spMkLst>
            <pc:docMk/>
            <pc:sldMk cId="1654381254" sldId="263"/>
            <ac:spMk id="3" creationId="{8E8BA950-AF5C-4E9D-BA8B-10605EBCD4D4}"/>
          </ac:spMkLst>
        </pc:spChg>
      </pc:sldChg>
      <pc:sldChg chg="new">
        <pc:chgData name="Sachin  Neupane" userId="S::sachinneupane@samriddhicollege.edu.np::d21c9b6f-0979-4b1c-a91e-ffea27d935d3" providerId="AD" clId="Web-{AE77E1F7-D9C3-4064-A176-91E613F31A59}" dt="2021-03-15T14:45:24.254" v="28"/>
        <pc:sldMkLst>
          <pc:docMk/>
          <pc:sldMk cId="3558598818" sldId="265"/>
        </pc:sldMkLst>
      </pc:sldChg>
      <pc:sldChg chg="new">
        <pc:chgData name="Sachin  Neupane" userId="S::sachinneupane@samriddhicollege.edu.np::d21c9b6f-0979-4b1c-a91e-ffea27d935d3" providerId="AD" clId="Web-{AE77E1F7-D9C3-4064-A176-91E613F31A59}" dt="2021-03-15T14:45:28.488" v="29"/>
        <pc:sldMkLst>
          <pc:docMk/>
          <pc:sldMk cId="3348359256" sldId="266"/>
        </pc:sldMkLst>
      </pc:sldChg>
      <pc:sldChg chg="new">
        <pc:chgData name="Sachin  Neupane" userId="S::sachinneupane@samriddhicollege.edu.np::d21c9b6f-0979-4b1c-a91e-ffea27d935d3" providerId="AD" clId="Web-{AE77E1F7-D9C3-4064-A176-91E613F31A59}" dt="2021-03-15T14:45:31.801" v="30"/>
        <pc:sldMkLst>
          <pc:docMk/>
          <pc:sldMk cId="3197952873" sldId="267"/>
        </pc:sldMkLst>
      </pc:sldChg>
    </pc:docChg>
  </pc:docChgLst>
  <pc:docChgLst>
    <pc:chgData name="Sachin  Neupane" userId="S::sachinneupane@samriddhicollege.edu.np::d21c9b6f-0979-4b1c-a91e-ffea27d935d3" providerId="AD" clId="Web-{B5970437-AC73-498B-B09A-AD52ED2E8780}"/>
    <pc:docChg chg="addSld modSld">
      <pc:chgData name="Sachin  Neupane" userId="S::sachinneupane@samriddhicollege.edu.np::d21c9b6f-0979-4b1c-a91e-ffea27d935d3" providerId="AD" clId="Web-{B5970437-AC73-498B-B09A-AD52ED2E8780}" dt="2021-03-16T12:23:44.465" v="104"/>
      <pc:docMkLst>
        <pc:docMk/>
      </pc:docMkLst>
      <pc:sldChg chg="modSp">
        <pc:chgData name="Sachin  Neupane" userId="S::sachinneupane@samriddhicollege.edu.np::d21c9b6f-0979-4b1c-a91e-ffea27d935d3" providerId="AD" clId="Web-{B5970437-AC73-498B-B09A-AD52ED2E8780}" dt="2021-03-16T12:08:13.835" v="12" actId="14100"/>
        <pc:sldMkLst>
          <pc:docMk/>
          <pc:sldMk cId="2932944791" sldId="272"/>
        </pc:sldMkLst>
        <pc:spChg chg="mod">
          <ac:chgData name="Sachin  Neupane" userId="S::sachinneupane@samriddhicollege.edu.np::d21c9b6f-0979-4b1c-a91e-ffea27d935d3" providerId="AD" clId="Web-{B5970437-AC73-498B-B09A-AD52ED2E8780}" dt="2021-03-16T12:08:04.506" v="10" actId="14100"/>
          <ac:spMkLst>
            <pc:docMk/>
            <pc:sldMk cId="2932944791" sldId="272"/>
            <ac:spMk id="2" creationId="{0086727D-338D-46C3-A6DB-75EB8ABEDEA1}"/>
          </ac:spMkLst>
        </pc:spChg>
        <pc:spChg chg="mod">
          <ac:chgData name="Sachin  Neupane" userId="S::sachinneupane@samriddhicollege.edu.np::d21c9b6f-0979-4b1c-a91e-ffea27d935d3" providerId="AD" clId="Web-{B5970437-AC73-498B-B09A-AD52ED2E8780}" dt="2021-03-16T12:08:13.835" v="12" actId="14100"/>
          <ac:spMkLst>
            <pc:docMk/>
            <pc:sldMk cId="2932944791" sldId="272"/>
            <ac:spMk id="3" creationId="{48B5227D-245F-4F4E-9E11-57935C24E6DA}"/>
          </ac:spMkLst>
        </pc:spChg>
      </pc:sldChg>
      <pc:sldChg chg="modSp">
        <pc:chgData name="Sachin  Neupane" userId="S::sachinneupane@samriddhicollege.edu.np::d21c9b6f-0979-4b1c-a91e-ffea27d935d3" providerId="AD" clId="Web-{B5970437-AC73-498B-B09A-AD52ED2E8780}" dt="2021-03-16T12:16:00.017" v="20" actId="20577"/>
        <pc:sldMkLst>
          <pc:docMk/>
          <pc:sldMk cId="1795746409" sldId="273"/>
        </pc:sldMkLst>
        <pc:spChg chg="mod">
          <ac:chgData name="Sachin  Neupane" userId="S::sachinneupane@samriddhicollege.edu.np::d21c9b6f-0979-4b1c-a91e-ffea27d935d3" providerId="AD" clId="Web-{B5970437-AC73-498B-B09A-AD52ED2E8780}" dt="2021-03-16T12:16:00.017" v="20" actId="20577"/>
          <ac:spMkLst>
            <pc:docMk/>
            <pc:sldMk cId="1795746409" sldId="273"/>
            <ac:spMk id="2" creationId="{4CFC415C-7FCA-4CEE-8308-350244F5269C}"/>
          </ac:spMkLst>
        </pc:spChg>
      </pc:sldChg>
      <pc:sldChg chg="modSp">
        <pc:chgData name="Sachin  Neupane" userId="S::sachinneupane@samriddhicollege.edu.np::d21c9b6f-0979-4b1c-a91e-ffea27d935d3" providerId="AD" clId="Web-{B5970437-AC73-498B-B09A-AD52ED2E8780}" dt="2021-03-16T12:17:37.253" v="59" actId="20577"/>
        <pc:sldMkLst>
          <pc:docMk/>
          <pc:sldMk cId="625994569" sldId="274"/>
        </pc:sldMkLst>
        <pc:spChg chg="mod">
          <ac:chgData name="Sachin  Neupane" userId="S::sachinneupane@samriddhicollege.edu.np::d21c9b6f-0979-4b1c-a91e-ffea27d935d3" providerId="AD" clId="Web-{B5970437-AC73-498B-B09A-AD52ED2E8780}" dt="2021-03-16T12:16:09.314" v="34" actId="20577"/>
          <ac:spMkLst>
            <pc:docMk/>
            <pc:sldMk cId="625994569" sldId="274"/>
            <ac:spMk id="2" creationId="{94B0B8F2-0BEA-4B97-B548-096B276C38BA}"/>
          </ac:spMkLst>
        </pc:spChg>
        <pc:spChg chg="mod">
          <ac:chgData name="Sachin  Neupane" userId="S::sachinneupane@samriddhicollege.edu.np::d21c9b6f-0979-4b1c-a91e-ffea27d935d3" providerId="AD" clId="Web-{B5970437-AC73-498B-B09A-AD52ED2E8780}" dt="2021-03-16T12:17:37.253" v="59" actId="20577"/>
          <ac:spMkLst>
            <pc:docMk/>
            <pc:sldMk cId="625994569" sldId="274"/>
            <ac:spMk id="3" creationId="{1AF196CC-4174-4A42-A843-2B60361B29B6}"/>
          </ac:spMkLst>
        </pc:spChg>
      </pc:sldChg>
      <pc:sldChg chg="modSp new">
        <pc:chgData name="Sachin  Neupane" userId="S::sachinneupane@samriddhicollege.edu.np::d21c9b6f-0979-4b1c-a91e-ffea27d935d3" providerId="AD" clId="Web-{B5970437-AC73-498B-B09A-AD52ED2E8780}" dt="2021-03-16T12:21:59.775" v="83" actId="20577"/>
        <pc:sldMkLst>
          <pc:docMk/>
          <pc:sldMk cId="997910749" sldId="275"/>
        </pc:sldMkLst>
        <pc:spChg chg="mod">
          <ac:chgData name="Sachin  Neupane" userId="S::sachinneupane@samriddhicollege.edu.np::d21c9b6f-0979-4b1c-a91e-ffea27d935d3" providerId="AD" clId="Web-{B5970437-AC73-498B-B09A-AD52ED2E8780}" dt="2021-03-16T12:21:11.852" v="73" actId="20577"/>
          <ac:spMkLst>
            <pc:docMk/>
            <pc:sldMk cId="997910749" sldId="275"/>
            <ac:spMk id="2" creationId="{B739767A-15E1-4871-A8D3-AC6F5DDA88AB}"/>
          </ac:spMkLst>
        </pc:spChg>
        <pc:spChg chg="mod">
          <ac:chgData name="Sachin  Neupane" userId="S::sachinneupane@samriddhicollege.edu.np::d21c9b6f-0979-4b1c-a91e-ffea27d935d3" providerId="AD" clId="Web-{B5970437-AC73-498B-B09A-AD52ED2E8780}" dt="2021-03-16T12:21:59.775" v="83" actId="20577"/>
          <ac:spMkLst>
            <pc:docMk/>
            <pc:sldMk cId="997910749" sldId="275"/>
            <ac:spMk id="3" creationId="{775BE3A7-23CD-4041-BAEA-612F7EA94ABA}"/>
          </ac:spMkLst>
        </pc:spChg>
      </pc:sldChg>
      <pc:sldChg chg="modSp new">
        <pc:chgData name="Sachin  Neupane" userId="S::sachinneupane@samriddhicollege.edu.np::d21c9b6f-0979-4b1c-a91e-ffea27d935d3" providerId="AD" clId="Web-{B5970437-AC73-498B-B09A-AD52ED2E8780}" dt="2021-03-16T12:22:52.635" v="92" actId="20577"/>
        <pc:sldMkLst>
          <pc:docMk/>
          <pc:sldMk cId="1394729343" sldId="276"/>
        </pc:sldMkLst>
        <pc:spChg chg="mod">
          <ac:chgData name="Sachin  Neupane" userId="S::sachinneupane@samriddhicollege.edu.np::d21c9b6f-0979-4b1c-a91e-ffea27d935d3" providerId="AD" clId="Web-{B5970437-AC73-498B-B09A-AD52ED2E8780}" dt="2021-03-16T12:22:52.635" v="92" actId="20577"/>
          <ac:spMkLst>
            <pc:docMk/>
            <pc:sldMk cId="1394729343" sldId="276"/>
            <ac:spMk id="2" creationId="{87EF3E9E-C3FD-4E2E-8C1D-06406ED12E56}"/>
          </ac:spMkLst>
        </pc:spChg>
        <pc:spChg chg="mod">
          <ac:chgData name="Sachin  Neupane" userId="S::sachinneupane@samriddhicollege.edu.np::d21c9b6f-0979-4b1c-a91e-ffea27d935d3" providerId="AD" clId="Web-{B5970437-AC73-498B-B09A-AD52ED2E8780}" dt="2021-03-16T12:22:45.166" v="91" actId="20577"/>
          <ac:spMkLst>
            <pc:docMk/>
            <pc:sldMk cId="1394729343" sldId="276"/>
            <ac:spMk id="3" creationId="{B9BB17A3-D886-44AA-8853-BDF214A81D9B}"/>
          </ac:spMkLst>
        </pc:spChg>
      </pc:sldChg>
      <pc:sldChg chg="modSp new">
        <pc:chgData name="Sachin  Neupane" userId="S::sachinneupane@samriddhicollege.edu.np::d21c9b6f-0979-4b1c-a91e-ffea27d935d3" providerId="AD" clId="Web-{B5970437-AC73-498B-B09A-AD52ED2E8780}" dt="2021-03-16T12:23:40.730" v="102" actId="20577"/>
        <pc:sldMkLst>
          <pc:docMk/>
          <pc:sldMk cId="248754818" sldId="277"/>
        </pc:sldMkLst>
        <pc:spChg chg="mod">
          <ac:chgData name="Sachin  Neupane" userId="S::sachinneupane@samriddhicollege.edu.np::d21c9b6f-0979-4b1c-a91e-ffea27d935d3" providerId="AD" clId="Web-{B5970437-AC73-498B-B09A-AD52ED2E8780}" dt="2021-03-16T12:23:40.730" v="102" actId="20577"/>
          <ac:spMkLst>
            <pc:docMk/>
            <pc:sldMk cId="248754818" sldId="277"/>
            <ac:spMk id="3" creationId="{E6F0BC0A-FA67-435B-8F1A-FF2A1000FA3C}"/>
          </ac:spMkLst>
        </pc:spChg>
      </pc:sldChg>
      <pc:sldChg chg="new">
        <pc:chgData name="Sachin  Neupane" userId="S::sachinneupane@samriddhicollege.edu.np::d21c9b6f-0979-4b1c-a91e-ffea27d935d3" providerId="AD" clId="Web-{B5970437-AC73-498B-B09A-AD52ED2E8780}" dt="2021-03-16T12:23:41.214" v="103"/>
        <pc:sldMkLst>
          <pc:docMk/>
          <pc:sldMk cId="3265480882" sldId="278"/>
        </pc:sldMkLst>
      </pc:sldChg>
      <pc:sldChg chg="new">
        <pc:chgData name="Sachin  Neupane" userId="S::sachinneupane@samriddhicollege.edu.np::d21c9b6f-0979-4b1c-a91e-ffea27d935d3" providerId="AD" clId="Web-{B5970437-AC73-498B-B09A-AD52ED2E8780}" dt="2021-03-16T12:23:44.465" v="104"/>
        <pc:sldMkLst>
          <pc:docMk/>
          <pc:sldMk cId="257849231" sldId="279"/>
        </pc:sldMkLst>
      </pc:sldChg>
    </pc:docChg>
  </pc:docChgLst>
  <pc:docChgLst>
    <pc:chgData name="Sachin  Neupane" userId="S::sachinneupane@samriddhicollege.edu.np::d21c9b6f-0979-4b1c-a91e-ffea27d935d3" providerId="AD" clId="Web-{15AB9C3B-AA92-4ABF-8147-7135E6AFD6CE}"/>
    <pc:docChg chg="modSld">
      <pc:chgData name="Sachin  Neupane" userId="S::sachinneupane@samriddhicollege.edu.np::d21c9b6f-0979-4b1c-a91e-ffea27d935d3" providerId="AD" clId="Web-{15AB9C3B-AA92-4ABF-8147-7135E6AFD6CE}" dt="2021-03-15T14:49:01.109" v="34" actId="20577"/>
      <pc:docMkLst>
        <pc:docMk/>
      </pc:docMkLst>
      <pc:sldChg chg="modSp">
        <pc:chgData name="Sachin  Neupane" userId="S::sachinneupane@samriddhicollege.edu.np::d21c9b6f-0979-4b1c-a91e-ffea27d935d3" providerId="AD" clId="Web-{15AB9C3B-AA92-4ABF-8147-7135E6AFD6CE}" dt="2021-03-15T14:48:04.796" v="13" actId="14100"/>
        <pc:sldMkLst>
          <pc:docMk/>
          <pc:sldMk cId="3905339372" sldId="264"/>
        </pc:sldMkLst>
        <pc:spChg chg="mod">
          <ac:chgData name="Sachin  Neupane" userId="S::sachinneupane@samriddhicollege.edu.np::d21c9b6f-0979-4b1c-a91e-ffea27d935d3" providerId="AD" clId="Web-{15AB9C3B-AA92-4ABF-8147-7135E6AFD6CE}" dt="2021-03-15T14:47:58.093" v="11" actId="20577"/>
          <ac:spMkLst>
            <pc:docMk/>
            <pc:sldMk cId="3905339372" sldId="264"/>
            <ac:spMk id="2" creationId="{A0EB37C9-C10C-4064-8F45-8F9276DAF25E}"/>
          </ac:spMkLst>
        </pc:spChg>
        <pc:spChg chg="mod">
          <ac:chgData name="Sachin  Neupane" userId="S::sachinneupane@samriddhicollege.edu.np::d21c9b6f-0979-4b1c-a91e-ffea27d935d3" providerId="AD" clId="Web-{15AB9C3B-AA92-4ABF-8147-7135E6AFD6CE}" dt="2021-03-15T14:48:04.796" v="13" actId="14100"/>
          <ac:spMkLst>
            <pc:docMk/>
            <pc:sldMk cId="3905339372" sldId="264"/>
            <ac:spMk id="3" creationId="{2633539A-640A-4C23-888D-B16C7713DCE3}"/>
          </ac:spMkLst>
        </pc:spChg>
      </pc:sldChg>
      <pc:sldChg chg="modSp">
        <pc:chgData name="Sachin  Neupane" userId="S::sachinneupane@samriddhicollege.edu.np::d21c9b6f-0979-4b1c-a91e-ffea27d935d3" providerId="AD" clId="Web-{15AB9C3B-AA92-4ABF-8147-7135E6AFD6CE}" dt="2021-03-15T14:48:41.156" v="17" actId="20577"/>
        <pc:sldMkLst>
          <pc:docMk/>
          <pc:sldMk cId="3558598818" sldId="265"/>
        </pc:sldMkLst>
        <pc:spChg chg="mod">
          <ac:chgData name="Sachin  Neupane" userId="S::sachinneupane@samriddhicollege.edu.np::d21c9b6f-0979-4b1c-a91e-ffea27d935d3" providerId="AD" clId="Web-{15AB9C3B-AA92-4ABF-8147-7135E6AFD6CE}" dt="2021-03-15T14:48:41.156" v="17" actId="20577"/>
          <ac:spMkLst>
            <pc:docMk/>
            <pc:sldMk cId="3558598818" sldId="265"/>
            <ac:spMk id="2" creationId="{6C99D0C6-7C39-4B33-B643-4BA3FFA1A2C0}"/>
          </ac:spMkLst>
        </pc:spChg>
        <pc:spChg chg="mod">
          <ac:chgData name="Sachin  Neupane" userId="S::sachinneupane@samriddhicollege.edu.np::d21c9b6f-0979-4b1c-a91e-ffea27d935d3" providerId="AD" clId="Web-{15AB9C3B-AA92-4ABF-8147-7135E6AFD6CE}" dt="2021-03-15T14:47:52.405" v="10" actId="20577"/>
          <ac:spMkLst>
            <pc:docMk/>
            <pc:sldMk cId="3558598818" sldId="265"/>
            <ac:spMk id="3" creationId="{1D33A462-3D15-4753-8F17-8A9F3420C3D3}"/>
          </ac:spMkLst>
        </pc:spChg>
      </pc:sldChg>
      <pc:sldChg chg="modSp">
        <pc:chgData name="Sachin  Neupane" userId="S::sachinneupane@samriddhicollege.edu.np::d21c9b6f-0979-4b1c-a91e-ffea27d935d3" providerId="AD" clId="Web-{15AB9C3B-AA92-4ABF-8147-7135E6AFD6CE}" dt="2021-03-15T14:49:01.109" v="34" actId="20577"/>
        <pc:sldMkLst>
          <pc:docMk/>
          <pc:sldMk cId="3348359256" sldId="266"/>
        </pc:sldMkLst>
        <pc:spChg chg="mod">
          <ac:chgData name="Sachin  Neupane" userId="S::sachinneupane@samriddhicollege.edu.np::d21c9b6f-0979-4b1c-a91e-ffea27d935d3" providerId="AD" clId="Web-{15AB9C3B-AA92-4ABF-8147-7135E6AFD6CE}" dt="2021-03-15T14:49:01.109" v="34" actId="20577"/>
          <ac:spMkLst>
            <pc:docMk/>
            <pc:sldMk cId="3348359256" sldId="266"/>
            <ac:spMk id="2" creationId="{7B3A6893-D907-4C18-96F2-FA366CEA9DC1}"/>
          </ac:spMkLst>
        </pc:spChg>
        <pc:spChg chg="mod">
          <ac:chgData name="Sachin  Neupane" userId="S::sachinneupane@samriddhicollege.edu.np::d21c9b6f-0979-4b1c-a91e-ffea27d935d3" providerId="AD" clId="Web-{15AB9C3B-AA92-4ABF-8147-7135E6AFD6CE}" dt="2021-03-15T14:48:45.765" v="18" actId="20577"/>
          <ac:spMkLst>
            <pc:docMk/>
            <pc:sldMk cId="3348359256" sldId="266"/>
            <ac:spMk id="3" creationId="{566F2362-AFAF-4B8D-9C16-AE4E94D8E248}"/>
          </ac:spMkLst>
        </pc:spChg>
      </pc:sldChg>
    </pc:docChg>
  </pc:docChgLst>
  <pc:docChgLst>
    <pc:chgData name="Sachin  Neupane" userId="S::sachinneupane@samriddhicollege.edu.np::d21c9b6f-0979-4b1c-a91e-ffea27d935d3" providerId="AD" clId="Web-{79EBAC7A-2788-40C8-95DC-CF6C1A7B8EBC}"/>
    <pc:docChg chg="addSld modSld">
      <pc:chgData name="Sachin  Neupane" userId="S::sachinneupane@samriddhicollege.edu.np::d21c9b6f-0979-4b1c-a91e-ffea27d935d3" providerId="AD" clId="Web-{79EBAC7A-2788-40C8-95DC-CF6C1A7B8EBC}" dt="2021-03-16T12:04:24.630" v="50"/>
      <pc:docMkLst>
        <pc:docMk/>
      </pc:docMkLst>
      <pc:sldChg chg="modSp new">
        <pc:chgData name="Sachin  Neupane" userId="S::sachinneupane@samriddhicollege.edu.np::d21c9b6f-0979-4b1c-a91e-ffea27d935d3" providerId="AD" clId="Web-{79EBAC7A-2788-40C8-95DC-CF6C1A7B8EBC}" dt="2021-03-16T12:02:57.957" v="9" actId="20577"/>
        <pc:sldMkLst>
          <pc:docMk/>
          <pc:sldMk cId="1000253078" sldId="269"/>
        </pc:sldMkLst>
        <pc:spChg chg="mod">
          <ac:chgData name="Sachin  Neupane" userId="S::sachinneupane@samriddhicollege.edu.np::d21c9b6f-0979-4b1c-a91e-ffea27d935d3" providerId="AD" clId="Web-{79EBAC7A-2788-40C8-95DC-CF6C1A7B8EBC}" dt="2021-03-16T12:02:57.738" v="6" actId="20577"/>
          <ac:spMkLst>
            <pc:docMk/>
            <pc:sldMk cId="1000253078" sldId="269"/>
            <ac:spMk id="2" creationId="{FA296D41-4A37-45C2-AC4A-D45E7D9384B8}"/>
          </ac:spMkLst>
        </pc:spChg>
        <pc:spChg chg="mod">
          <ac:chgData name="Sachin  Neupane" userId="S::sachinneupane@samriddhicollege.edu.np::d21c9b6f-0979-4b1c-a91e-ffea27d935d3" providerId="AD" clId="Web-{79EBAC7A-2788-40C8-95DC-CF6C1A7B8EBC}" dt="2021-03-16T12:02:57.957" v="9" actId="20577"/>
          <ac:spMkLst>
            <pc:docMk/>
            <pc:sldMk cId="1000253078" sldId="269"/>
            <ac:spMk id="3" creationId="{16849570-F64B-4E75-8195-010CB691EA15}"/>
          </ac:spMkLst>
        </pc:spChg>
      </pc:sldChg>
      <pc:sldChg chg="modSp new">
        <pc:chgData name="Sachin  Neupane" userId="S::sachinneupane@samriddhicollege.edu.np::d21c9b6f-0979-4b1c-a91e-ffea27d935d3" providerId="AD" clId="Web-{79EBAC7A-2788-40C8-95DC-CF6C1A7B8EBC}" dt="2021-03-16T12:03:46.567" v="37" actId="20577"/>
        <pc:sldMkLst>
          <pc:docMk/>
          <pc:sldMk cId="930826024" sldId="270"/>
        </pc:sldMkLst>
        <pc:spChg chg="mod">
          <ac:chgData name="Sachin  Neupane" userId="S::sachinneupane@samriddhicollege.edu.np::d21c9b6f-0979-4b1c-a91e-ffea27d935d3" providerId="AD" clId="Web-{79EBAC7A-2788-40C8-95DC-CF6C1A7B8EBC}" dt="2021-03-16T12:03:25.973" v="30" actId="20577"/>
          <ac:spMkLst>
            <pc:docMk/>
            <pc:sldMk cId="930826024" sldId="270"/>
            <ac:spMk id="2" creationId="{22B7CD7F-4C2F-4180-AAC2-7A8BB3E4A987}"/>
          </ac:spMkLst>
        </pc:spChg>
        <pc:spChg chg="mod">
          <ac:chgData name="Sachin  Neupane" userId="S::sachinneupane@samriddhicollege.edu.np::d21c9b6f-0979-4b1c-a91e-ffea27d935d3" providerId="AD" clId="Web-{79EBAC7A-2788-40C8-95DC-CF6C1A7B8EBC}" dt="2021-03-16T12:03:46.567" v="37" actId="20577"/>
          <ac:spMkLst>
            <pc:docMk/>
            <pc:sldMk cId="930826024" sldId="270"/>
            <ac:spMk id="3" creationId="{39B18D8E-D911-4115-AC7D-7C6C18E5A987}"/>
          </ac:spMkLst>
        </pc:spChg>
      </pc:sldChg>
      <pc:sldChg chg="modSp new">
        <pc:chgData name="Sachin  Neupane" userId="S::sachinneupane@samriddhicollege.edu.np::d21c9b6f-0979-4b1c-a91e-ffea27d935d3" providerId="AD" clId="Web-{79EBAC7A-2788-40C8-95DC-CF6C1A7B8EBC}" dt="2021-03-16T12:04:10.661" v="47" actId="20577"/>
        <pc:sldMkLst>
          <pc:docMk/>
          <pc:sldMk cId="156732632" sldId="271"/>
        </pc:sldMkLst>
        <pc:spChg chg="mod">
          <ac:chgData name="Sachin  Neupane" userId="S::sachinneupane@samriddhicollege.edu.np::d21c9b6f-0979-4b1c-a91e-ffea27d935d3" providerId="AD" clId="Web-{79EBAC7A-2788-40C8-95DC-CF6C1A7B8EBC}" dt="2021-03-16T12:04:10.661" v="47" actId="20577"/>
          <ac:spMkLst>
            <pc:docMk/>
            <pc:sldMk cId="156732632" sldId="271"/>
            <ac:spMk id="2" creationId="{B63D4B82-C638-4498-8747-DDDB2207F1B0}"/>
          </ac:spMkLst>
        </pc:spChg>
        <pc:spChg chg="mod">
          <ac:chgData name="Sachin  Neupane" userId="S::sachinneupane@samriddhicollege.edu.np::d21c9b6f-0979-4b1c-a91e-ffea27d935d3" providerId="AD" clId="Web-{79EBAC7A-2788-40C8-95DC-CF6C1A7B8EBC}" dt="2021-03-16T12:03:57.583" v="45" actId="20577"/>
          <ac:spMkLst>
            <pc:docMk/>
            <pc:sldMk cId="156732632" sldId="271"/>
            <ac:spMk id="3" creationId="{37908D17-E6EC-4346-9FD7-1DF3E33535F3}"/>
          </ac:spMkLst>
        </pc:spChg>
      </pc:sldChg>
      <pc:sldChg chg="new">
        <pc:chgData name="Sachin  Neupane" userId="S::sachinneupane@samriddhicollege.edu.np::d21c9b6f-0979-4b1c-a91e-ffea27d935d3" providerId="AD" clId="Web-{79EBAC7A-2788-40C8-95DC-CF6C1A7B8EBC}" dt="2021-03-16T12:04:18.177" v="48"/>
        <pc:sldMkLst>
          <pc:docMk/>
          <pc:sldMk cId="2932944791" sldId="272"/>
        </pc:sldMkLst>
      </pc:sldChg>
      <pc:sldChg chg="new">
        <pc:chgData name="Sachin  Neupane" userId="S::sachinneupane@samriddhicollege.edu.np::d21c9b6f-0979-4b1c-a91e-ffea27d935d3" providerId="AD" clId="Web-{79EBAC7A-2788-40C8-95DC-CF6C1A7B8EBC}" dt="2021-03-16T12:04:21.193" v="49"/>
        <pc:sldMkLst>
          <pc:docMk/>
          <pc:sldMk cId="1795746409" sldId="273"/>
        </pc:sldMkLst>
      </pc:sldChg>
      <pc:sldChg chg="new">
        <pc:chgData name="Sachin  Neupane" userId="S::sachinneupane@samriddhicollege.edu.np::d21c9b6f-0979-4b1c-a91e-ffea27d935d3" providerId="AD" clId="Web-{79EBAC7A-2788-40C8-95DC-CF6C1A7B8EBC}" dt="2021-03-16T12:04:24.630" v="50"/>
        <pc:sldMkLst>
          <pc:docMk/>
          <pc:sldMk cId="625994569" sldId="274"/>
        </pc:sldMkLst>
      </pc:sldChg>
    </pc:docChg>
  </pc:docChgLst>
  <pc:docChgLst>
    <pc:chgData name="Sachin  Neupane" userId="S::sachinneupane@samriddhicollege.edu.np::d21c9b6f-0979-4b1c-a91e-ffea27d935d3" providerId="AD" clId="Web-{9ED133D3-DAC5-4835-AB5E-C4B59F732BB1}"/>
    <pc:docChg chg="modSld">
      <pc:chgData name="Sachin  Neupane" userId="S::sachinneupane@samriddhicollege.edu.np::d21c9b6f-0979-4b1c-a91e-ffea27d935d3" providerId="AD" clId="Web-{9ED133D3-DAC5-4835-AB5E-C4B59F732BB1}" dt="2021-03-15T14:32:11.873" v="24" actId="14100"/>
      <pc:docMkLst>
        <pc:docMk/>
      </pc:docMkLst>
      <pc:sldChg chg="modSp">
        <pc:chgData name="Sachin  Neupane" userId="S::sachinneupane@samriddhicollege.edu.np::d21c9b6f-0979-4b1c-a91e-ffea27d935d3" providerId="AD" clId="Web-{9ED133D3-DAC5-4835-AB5E-C4B59F732BB1}" dt="2021-03-15T14:32:11.873" v="24" actId="14100"/>
        <pc:sldMkLst>
          <pc:docMk/>
          <pc:sldMk cId="3428296648" sldId="258"/>
        </pc:sldMkLst>
        <pc:spChg chg="mod">
          <ac:chgData name="Sachin  Neupane" userId="S::sachinneupane@samriddhicollege.edu.np::d21c9b6f-0979-4b1c-a91e-ffea27d935d3" providerId="AD" clId="Web-{9ED133D3-DAC5-4835-AB5E-C4B59F732BB1}" dt="2021-03-15T14:31:18.403" v="5" actId="14100"/>
          <ac:spMkLst>
            <pc:docMk/>
            <pc:sldMk cId="3428296648" sldId="258"/>
            <ac:spMk id="2" creationId="{B87DE187-BB52-4CB7-95E8-4831C4702BCD}"/>
          </ac:spMkLst>
        </pc:spChg>
        <pc:spChg chg="mod">
          <ac:chgData name="Sachin  Neupane" userId="S::sachinneupane@samriddhicollege.edu.np::d21c9b6f-0979-4b1c-a91e-ffea27d935d3" providerId="AD" clId="Web-{9ED133D3-DAC5-4835-AB5E-C4B59F732BB1}" dt="2021-03-15T14:32:11.873" v="24" actId="14100"/>
          <ac:spMkLst>
            <pc:docMk/>
            <pc:sldMk cId="3428296648" sldId="258"/>
            <ac:spMk id="3" creationId="{2D1C60C9-A813-4D55-8934-E7C33DBC5B30}"/>
          </ac:spMkLst>
        </pc:spChg>
      </pc:sldChg>
    </pc:docChg>
  </pc:docChgLst>
  <pc:docChgLst>
    <pc:chgData name="Sachin  Neupane" userId="S::sachinneupane@samriddhicollege.edu.np::d21c9b6f-0979-4b1c-a91e-ffea27d935d3" providerId="AD" clId="Web-{4ED56A50-BD04-43F0-97FA-889D6F9EBE76}"/>
    <pc:docChg chg="addSld modSld">
      <pc:chgData name="Sachin  Neupane" userId="S::sachinneupane@samriddhicollege.edu.np::d21c9b6f-0979-4b1c-a91e-ffea27d935d3" providerId="AD" clId="Web-{4ED56A50-BD04-43F0-97FA-889D6F9EBE76}" dt="2021-03-22T14:54:56.175" v="54" actId="20577"/>
      <pc:docMkLst>
        <pc:docMk/>
      </pc:docMkLst>
      <pc:sldChg chg="modSp">
        <pc:chgData name="Sachin  Neupane" userId="S::sachinneupane@samriddhicollege.edu.np::d21c9b6f-0979-4b1c-a91e-ffea27d935d3" providerId="AD" clId="Web-{4ED56A50-BD04-43F0-97FA-889D6F9EBE76}" dt="2021-03-22T14:54:56.175" v="54" actId="20577"/>
        <pc:sldMkLst>
          <pc:docMk/>
          <pc:sldMk cId="248754818" sldId="277"/>
        </pc:sldMkLst>
        <pc:spChg chg="mod">
          <ac:chgData name="Sachin  Neupane" userId="S::sachinneupane@samriddhicollege.edu.np::d21c9b6f-0979-4b1c-a91e-ffea27d935d3" providerId="AD" clId="Web-{4ED56A50-BD04-43F0-97FA-889D6F9EBE76}" dt="2021-03-22T14:54:56.175" v="54" actId="20577"/>
          <ac:spMkLst>
            <pc:docMk/>
            <pc:sldMk cId="248754818" sldId="277"/>
            <ac:spMk id="2" creationId="{C46978B4-2670-48B2-94C3-09B1AD745A58}"/>
          </ac:spMkLst>
        </pc:spChg>
      </pc:sldChg>
      <pc:sldChg chg="modSp">
        <pc:chgData name="Sachin  Neupane" userId="S::sachinneupane@samriddhicollege.edu.np::d21c9b6f-0979-4b1c-a91e-ffea27d935d3" providerId="AD" clId="Web-{4ED56A50-BD04-43F0-97FA-889D6F9EBE76}" dt="2021-03-22T14:54:28.112" v="45" actId="14100"/>
        <pc:sldMkLst>
          <pc:docMk/>
          <pc:sldMk cId="3265480882" sldId="278"/>
        </pc:sldMkLst>
        <pc:spChg chg="mod">
          <ac:chgData name="Sachin  Neupane" userId="S::sachinneupane@samriddhicollege.edu.np::d21c9b6f-0979-4b1c-a91e-ffea27d935d3" providerId="AD" clId="Web-{4ED56A50-BD04-43F0-97FA-889D6F9EBE76}" dt="2021-03-22T14:52:08.390" v="5" actId="20577"/>
          <ac:spMkLst>
            <pc:docMk/>
            <pc:sldMk cId="3265480882" sldId="278"/>
            <ac:spMk id="2" creationId="{23E7F579-68D8-4579-8BEF-2664942224E7}"/>
          </ac:spMkLst>
        </pc:spChg>
        <pc:spChg chg="mod">
          <ac:chgData name="Sachin  Neupane" userId="S::sachinneupane@samriddhicollege.edu.np::d21c9b6f-0979-4b1c-a91e-ffea27d935d3" providerId="AD" clId="Web-{4ED56A50-BD04-43F0-97FA-889D6F9EBE76}" dt="2021-03-22T14:54:28.112" v="45" actId="14100"/>
          <ac:spMkLst>
            <pc:docMk/>
            <pc:sldMk cId="3265480882" sldId="278"/>
            <ac:spMk id="3" creationId="{8FC89617-0C7F-4651-BBD2-D444FA025464}"/>
          </ac:spMkLst>
        </pc:spChg>
      </pc:sldChg>
      <pc:sldChg chg="modSp">
        <pc:chgData name="Sachin  Neupane" userId="S::sachinneupane@samriddhicollege.edu.np::d21c9b6f-0979-4b1c-a91e-ffea27d935d3" providerId="AD" clId="Web-{4ED56A50-BD04-43F0-97FA-889D6F9EBE76}" dt="2021-03-22T14:54:14.940" v="41" actId="20577"/>
        <pc:sldMkLst>
          <pc:docMk/>
          <pc:sldMk cId="257849231" sldId="279"/>
        </pc:sldMkLst>
        <pc:spChg chg="mod">
          <ac:chgData name="Sachin  Neupane" userId="S::sachinneupane@samriddhicollege.edu.np::d21c9b6f-0979-4b1c-a91e-ffea27d935d3" providerId="AD" clId="Web-{4ED56A50-BD04-43F0-97FA-889D6F9EBE76}" dt="2021-03-22T14:52:36.500" v="14" actId="14100"/>
          <ac:spMkLst>
            <pc:docMk/>
            <pc:sldMk cId="257849231" sldId="279"/>
            <ac:spMk id="2" creationId="{67F75196-433D-481F-8102-FD52A0D3983F}"/>
          </ac:spMkLst>
        </pc:spChg>
        <pc:spChg chg="mod">
          <ac:chgData name="Sachin  Neupane" userId="S::sachinneupane@samriddhicollege.edu.np::d21c9b6f-0979-4b1c-a91e-ffea27d935d3" providerId="AD" clId="Web-{4ED56A50-BD04-43F0-97FA-889D6F9EBE76}" dt="2021-03-22T14:54:14.940" v="41" actId="20577"/>
          <ac:spMkLst>
            <pc:docMk/>
            <pc:sldMk cId="257849231" sldId="279"/>
            <ac:spMk id="3" creationId="{087B6791-7176-468E-B160-231757E50BA4}"/>
          </ac:spMkLst>
        </pc:spChg>
      </pc:sldChg>
      <pc:sldChg chg="modSp new">
        <pc:chgData name="Sachin  Neupane" userId="S::sachinneupane@samriddhicollege.edu.np::d21c9b6f-0979-4b1c-a91e-ffea27d935d3" providerId="AD" clId="Web-{4ED56A50-BD04-43F0-97FA-889D6F9EBE76}" dt="2021-03-22T14:53:26.705" v="38" actId="14100"/>
        <pc:sldMkLst>
          <pc:docMk/>
          <pc:sldMk cId="318582601" sldId="280"/>
        </pc:sldMkLst>
        <pc:spChg chg="mod">
          <ac:chgData name="Sachin  Neupane" userId="S::sachinneupane@samriddhicollege.edu.np::d21c9b6f-0979-4b1c-a91e-ffea27d935d3" providerId="AD" clId="Web-{4ED56A50-BD04-43F0-97FA-889D6F9EBE76}" dt="2021-03-22T14:53:19.376" v="36" actId="14100"/>
          <ac:spMkLst>
            <pc:docMk/>
            <pc:sldMk cId="318582601" sldId="280"/>
            <ac:spMk id="2" creationId="{98954B96-0689-4494-A1D1-77DB243DB8DC}"/>
          </ac:spMkLst>
        </pc:spChg>
        <pc:spChg chg="mod">
          <ac:chgData name="Sachin  Neupane" userId="S::sachinneupane@samriddhicollege.edu.np::d21c9b6f-0979-4b1c-a91e-ffea27d935d3" providerId="AD" clId="Web-{4ED56A50-BD04-43F0-97FA-889D6F9EBE76}" dt="2021-03-22T14:53:26.705" v="38" actId="14100"/>
          <ac:spMkLst>
            <pc:docMk/>
            <pc:sldMk cId="318582601" sldId="280"/>
            <ac:spMk id="3" creationId="{7ADDB96F-F389-4A3E-A8D9-39E97FFC5A07}"/>
          </ac:spMkLst>
        </pc:spChg>
      </pc:sldChg>
    </pc:docChg>
  </pc:docChgLst>
  <pc:docChgLst>
    <pc:chgData name="Sachin  Neupane" userId="S::sachinneupane@samriddhicollege.edu.np::d21c9b6f-0979-4b1c-a91e-ffea27d935d3" providerId="AD" clId="Web-{EF15E253-C367-48BB-A767-9918F3272C24}"/>
    <pc:docChg chg="modSld">
      <pc:chgData name="Sachin  Neupane" userId="S::sachinneupane@samriddhicollege.edu.np::d21c9b6f-0979-4b1c-a91e-ffea27d935d3" providerId="AD" clId="Web-{EF15E253-C367-48BB-A767-9918F3272C24}" dt="2021-03-15T14:42:37.772" v="13" actId="20577"/>
      <pc:docMkLst>
        <pc:docMk/>
      </pc:docMkLst>
      <pc:sldChg chg="modSp">
        <pc:chgData name="Sachin  Neupane" userId="S::sachinneupane@samriddhicollege.edu.np::d21c9b6f-0979-4b1c-a91e-ffea27d935d3" providerId="AD" clId="Web-{EF15E253-C367-48BB-A767-9918F3272C24}" dt="2021-03-15T14:42:37.772" v="13" actId="20577"/>
        <pc:sldMkLst>
          <pc:docMk/>
          <pc:sldMk cId="717095603" sldId="261"/>
        </pc:sldMkLst>
        <pc:spChg chg="mod">
          <ac:chgData name="Sachin  Neupane" userId="S::sachinneupane@samriddhicollege.edu.np::d21c9b6f-0979-4b1c-a91e-ffea27d935d3" providerId="AD" clId="Web-{EF15E253-C367-48BB-A767-9918F3272C24}" dt="2021-03-15T14:42:37.772" v="13" actId="20577"/>
          <ac:spMkLst>
            <pc:docMk/>
            <pc:sldMk cId="717095603" sldId="261"/>
            <ac:spMk id="3" creationId="{0B94CDDD-FC2C-44EA-BB64-7CC70CE2E090}"/>
          </ac:spMkLst>
        </pc:spChg>
      </pc:sldChg>
    </pc:docChg>
  </pc:docChgLst>
  <pc:docChgLst>
    <pc:chgData name="Sachin  Neupane" userId="S::sachinneupane@samriddhicollege.edu.np::d21c9b6f-0979-4b1c-a91e-ffea27d935d3" providerId="AD" clId="Web-{1AF7ADEC-3950-4159-AE25-59D5641C2A97}"/>
    <pc:docChg chg="modSld">
      <pc:chgData name="Sachin  Neupane" userId="S::sachinneupane@samriddhicollege.edu.np::d21c9b6f-0979-4b1c-a91e-ffea27d935d3" providerId="AD" clId="Web-{1AF7ADEC-3950-4159-AE25-59D5641C2A97}" dt="2021-03-15T14:36:05.731" v="25" actId="14100"/>
      <pc:docMkLst>
        <pc:docMk/>
      </pc:docMkLst>
      <pc:sldChg chg="modSp">
        <pc:chgData name="Sachin  Neupane" userId="S::sachinneupane@samriddhicollege.edu.np::d21c9b6f-0979-4b1c-a91e-ffea27d935d3" providerId="AD" clId="Web-{1AF7ADEC-3950-4159-AE25-59D5641C2A97}" dt="2021-03-15T14:36:05.731" v="25" actId="14100"/>
        <pc:sldMkLst>
          <pc:docMk/>
          <pc:sldMk cId="597393072" sldId="259"/>
        </pc:sldMkLst>
        <pc:spChg chg="mod">
          <ac:chgData name="Sachin  Neupane" userId="S::sachinneupane@samriddhicollege.edu.np::d21c9b6f-0979-4b1c-a91e-ffea27d935d3" providerId="AD" clId="Web-{1AF7ADEC-3950-4159-AE25-59D5641C2A97}" dt="2021-03-15T14:35:16.729" v="14" actId="14100"/>
          <ac:spMkLst>
            <pc:docMk/>
            <pc:sldMk cId="597393072" sldId="259"/>
            <ac:spMk id="2" creationId="{D1821F42-2CB6-4907-A11A-A3D4FAF5F628}"/>
          </ac:spMkLst>
        </pc:spChg>
        <pc:spChg chg="mod">
          <ac:chgData name="Sachin  Neupane" userId="S::sachinneupane@samriddhicollege.edu.np::d21c9b6f-0979-4b1c-a91e-ffea27d935d3" providerId="AD" clId="Web-{1AF7ADEC-3950-4159-AE25-59D5641C2A97}" dt="2021-03-15T14:36:05.731" v="25" actId="14100"/>
          <ac:spMkLst>
            <pc:docMk/>
            <pc:sldMk cId="597393072" sldId="259"/>
            <ac:spMk id="3" creationId="{8E635280-E736-4DBD-932C-7C613FFBB1DC}"/>
          </ac:spMkLst>
        </pc:spChg>
      </pc:sldChg>
    </pc:docChg>
  </pc:docChgLst>
  <pc:docChgLst>
    <pc:chgData name="Sachin  Neupane" userId="S::sachinneupane@samriddhicollege.edu.np::d21c9b6f-0979-4b1c-a91e-ffea27d935d3" providerId="AD" clId="Web-{06AEEE39-617E-449F-930D-451B4DBEB620}"/>
    <pc:docChg chg="addSld modSld">
      <pc:chgData name="Sachin  Neupane" userId="S::sachinneupane@samriddhicollege.edu.np::d21c9b6f-0979-4b1c-a91e-ffea27d935d3" providerId="AD" clId="Web-{06AEEE39-617E-449F-930D-451B4DBEB620}" dt="2021-03-15T14:29:50.506" v="51" actId="20577"/>
      <pc:docMkLst>
        <pc:docMk/>
      </pc:docMkLst>
      <pc:sldChg chg="modSp">
        <pc:chgData name="Sachin  Neupane" userId="S::sachinneupane@samriddhicollege.edu.np::d21c9b6f-0979-4b1c-a91e-ffea27d935d3" providerId="AD" clId="Web-{06AEEE39-617E-449F-930D-451B4DBEB620}" dt="2021-03-15T14:29:21.505" v="33" actId="20577"/>
        <pc:sldMkLst>
          <pc:docMk/>
          <pc:sldMk cId="109857222" sldId="256"/>
        </pc:sldMkLst>
        <pc:spChg chg="mod">
          <ac:chgData name="Sachin  Neupane" userId="S::sachinneupane@samriddhicollege.edu.np::d21c9b6f-0979-4b1c-a91e-ffea27d935d3" providerId="AD" clId="Web-{06AEEE39-617E-449F-930D-451B4DBEB620}" dt="2021-03-15T14:29:17.458" v="30" actId="20577"/>
          <ac:spMkLst>
            <pc:docMk/>
            <pc:sldMk cId="109857222" sldId="256"/>
            <ac:spMk id="2" creationId="{00000000-0000-0000-0000-000000000000}"/>
          </ac:spMkLst>
        </pc:spChg>
        <pc:spChg chg="mod">
          <ac:chgData name="Sachin  Neupane" userId="S::sachinneupane@samriddhicollege.edu.np::d21c9b6f-0979-4b1c-a91e-ffea27d935d3" providerId="AD" clId="Web-{06AEEE39-617E-449F-930D-451B4DBEB620}" dt="2021-03-15T14:29:21.505" v="33" actId="20577"/>
          <ac:spMkLst>
            <pc:docMk/>
            <pc:sldMk cId="109857222" sldId="256"/>
            <ac:spMk id="3" creationId="{00000000-0000-0000-0000-000000000000}"/>
          </ac:spMkLst>
        </pc:spChg>
      </pc:sldChg>
      <pc:sldChg chg="modSp new">
        <pc:chgData name="Sachin  Neupane" userId="S::sachinneupane@samriddhicollege.edu.np::d21c9b6f-0979-4b1c-a91e-ffea27d935d3" providerId="AD" clId="Web-{06AEEE39-617E-449F-930D-451B4DBEB620}" dt="2021-03-15T14:29:47.756" v="50" actId="20577"/>
        <pc:sldMkLst>
          <pc:docMk/>
          <pc:sldMk cId="933285552" sldId="257"/>
        </pc:sldMkLst>
        <pc:spChg chg="mod">
          <ac:chgData name="Sachin  Neupane" userId="S::sachinneupane@samriddhicollege.edu.np::d21c9b6f-0979-4b1c-a91e-ffea27d935d3" providerId="AD" clId="Web-{06AEEE39-617E-449F-930D-451B4DBEB620}" dt="2021-03-15T14:29:47.756" v="50" actId="20577"/>
          <ac:spMkLst>
            <pc:docMk/>
            <pc:sldMk cId="933285552" sldId="257"/>
            <ac:spMk id="2" creationId="{43B33074-C98B-45B0-A8D4-F79FE0588AFA}"/>
          </ac:spMkLst>
        </pc:spChg>
        <pc:spChg chg="mod">
          <ac:chgData name="Sachin  Neupane" userId="S::sachinneupane@samriddhicollege.edu.np::d21c9b6f-0979-4b1c-a91e-ffea27d935d3" providerId="AD" clId="Web-{06AEEE39-617E-449F-930D-451B4DBEB620}" dt="2021-03-15T14:29:30.349" v="36" actId="20577"/>
          <ac:spMkLst>
            <pc:docMk/>
            <pc:sldMk cId="933285552" sldId="257"/>
            <ac:spMk id="3" creationId="{3EDC1EC3-8F06-4986-8102-779592EC4625}"/>
          </ac:spMkLst>
        </pc:spChg>
      </pc:sldChg>
      <pc:sldChg chg="modSp new">
        <pc:chgData name="Sachin  Neupane" userId="S::sachinneupane@samriddhicollege.edu.np::d21c9b6f-0979-4b1c-a91e-ffea27d935d3" providerId="AD" clId="Web-{06AEEE39-617E-449F-930D-451B4DBEB620}" dt="2021-03-15T14:29:50.506" v="51" actId="20577"/>
        <pc:sldMkLst>
          <pc:docMk/>
          <pc:sldMk cId="3428296648" sldId="258"/>
        </pc:sldMkLst>
        <pc:spChg chg="mod">
          <ac:chgData name="Sachin  Neupane" userId="S::sachinneupane@samriddhicollege.edu.np::d21c9b6f-0979-4b1c-a91e-ffea27d935d3" providerId="AD" clId="Web-{06AEEE39-617E-449F-930D-451B4DBEB620}" dt="2021-03-15T14:29:50.506" v="51" actId="20577"/>
          <ac:spMkLst>
            <pc:docMk/>
            <pc:sldMk cId="3428296648" sldId="258"/>
            <ac:spMk id="2" creationId="{B87DE187-BB52-4CB7-95E8-4831C4702BCD}"/>
          </ac:spMkLst>
        </pc:spChg>
      </pc:sldChg>
      <pc:sldChg chg="new">
        <pc:chgData name="Sachin  Neupane" userId="S::sachinneupane@samriddhicollege.edu.np::d21c9b6f-0979-4b1c-a91e-ffea27d935d3" providerId="AD" clId="Web-{06AEEE39-617E-449F-930D-451B4DBEB620}" dt="2021-03-15T14:28:49.833" v="2"/>
        <pc:sldMkLst>
          <pc:docMk/>
          <pc:sldMk cId="597393072" sldId="259"/>
        </pc:sldMkLst>
      </pc:sldChg>
      <pc:sldChg chg="new">
        <pc:chgData name="Sachin  Neupane" userId="S::sachinneupane@samriddhicollege.edu.np::d21c9b6f-0979-4b1c-a91e-ffea27d935d3" providerId="AD" clId="Web-{06AEEE39-617E-449F-930D-451B4DBEB620}" dt="2021-03-15T14:28:52.645" v="3"/>
        <pc:sldMkLst>
          <pc:docMk/>
          <pc:sldMk cId="1077593635" sldId="260"/>
        </pc:sldMkLst>
      </pc:sldChg>
      <pc:sldChg chg="new">
        <pc:chgData name="Sachin  Neupane" userId="S::sachinneupane@samriddhicollege.edu.np::d21c9b6f-0979-4b1c-a91e-ffea27d935d3" providerId="AD" clId="Web-{06AEEE39-617E-449F-930D-451B4DBEB620}" dt="2021-03-15T14:28:55.598" v="4"/>
        <pc:sldMkLst>
          <pc:docMk/>
          <pc:sldMk cId="717095603" sldId="261"/>
        </pc:sldMkLst>
      </pc:sldChg>
      <pc:sldChg chg="new">
        <pc:chgData name="Sachin  Neupane" userId="S::sachinneupane@samriddhicollege.edu.np::d21c9b6f-0979-4b1c-a91e-ffea27d935d3" providerId="AD" clId="Web-{06AEEE39-617E-449F-930D-451B4DBEB620}" dt="2021-03-15T14:28:58.380" v="5"/>
        <pc:sldMkLst>
          <pc:docMk/>
          <pc:sldMk cId="3032081934" sldId="262"/>
        </pc:sldMkLst>
      </pc:sldChg>
      <pc:sldChg chg="new">
        <pc:chgData name="Sachin  Neupane" userId="S::sachinneupane@samriddhicollege.edu.np::d21c9b6f-0979-4b1c-a91e-ffea27d935d3" providerId="AD" clId="Web-{06AEEE39-617E-449F-930D-451B4DBEB620}" dt="2021-03-15T14:29:01.302" v="6"/>
        <pc:sldMkLst>
          <pc:docMk/>
          <pc:sldMk cId="1654381254" sldId="263"/>
        </pc:sldMkLst>
      </pc:sldChg>
      <pc:sldChg chg="new">
        <pc:chgData name="Sachin  Neupane" userId="S::sachinneupane@samriddhicollege.edu.np::d21c9b6f-0979-4b1c-a91e-ffea27d935d3" providerId="AD" clId="Web-{06AEEE39-617E-449F-930D-451B4DBEB620}" dt="2021-03-15T14:29:04.645" v="7"/>
        <pc:sldMkLst>
          <pc:docMk/>
          <pc:sldMk cId="3905339372" sldId="264"/>
        </pc:sldMkLst>
      </pc:sldChg>
    </pc:docChg>
  </pc:docChgLst>
  <pc:docChgLst>
    <pc:chgData name="Sachin  Neupane" userId="S::sachinneupane@samriddhicollege.edu.np::d21c9b6f-0979-4b1c-a91e-ffea27d935d3" providerId="AD" clId="Web-{A7110D73-85BA-4B63-A613-4E58CCFF8AEE}"/>
    <pc:docChg chg="modSld">
      <pc:chgData name="Sachin  Neupane" userId="S::sachinneupane@samriddhicollege.edu.np::d21c9b6f-0979-4b1c-a91e-ffea27d935d3" providerId="AD" clId="Web-{A7110D73-85BA-4B63-A613-4E58CCFF8AEE}" dt="2021-03-15T14:38:39.886" v="16" actId="20577"/>
      <pc:docMkLst>
        <pc:docMk/>
      </pc:docMkLst>
      <pc:sldChg chg="modSp">
        <pc:chgData name="Sachin  Neupane" userId="S::sachinneupane@samriddhicollege.edu.np::d21c9b6f-0979-4b1c-a91e-ffea27d935d3" providerId="AD" clId="Web-{A7110D73-85BA-4B63-A613-4E58CCFF8AEE}" dt="2021-03-15T14:38:18.589" v="12" actId="14100"/>
        <pc:sldMkLst>
          <pc:docMk/>
          <pc:sldMk cId="1077593635" sldId="260"/>
        </pc:sldMkLst>
        <pc:spChg chg="mod">
          <ac:chgData name="Sachin  Neupane" userId="S::sachinneupane@samriddhicollege.edu.np::d21c9b6f-0979-4b1c-a91e-ffea27d935d3" providerId="AD" clId="Web-{A7110D73-85BA-4B63-A613-4E58CCFF8AEE}" dt="2021-03-15T14:38:02.135" v="5" actId="14100"/>
          <ac:spMkLst>
            <pc:docMk/>
            <pc:sldMk cId="1077593635" sldId="260"/>
            <ac:spMk id="2" creationId="{3EE36DB3-DF22-4732-945D-52EC9E542D11}"/>
          </ac:spMkLst>
        </pc:spChg>
        <pc:spChg chg="mod">
          <ac:chgData name="Sachin  Neupane" userId="S::sachinneupane@samriddhicollege.edu.np::d21c9b6f-0979-4b1c-a91e-ffea27d935d3" providerId="AD" clId="Web-{A7110D73-85BA-4B63-A613-4E58CCFF8AEE}" dt="2021-03-15T14:38:18.589" v="12" actId="14100"/>
          <ac:spMkLst>
            <pc:docMk/>
            <pc:sldMk cId="1077593635" sldId="260"/>
            <ac:spMk id="3" creationId="{F33E167D-B134-45B9-8CB4-D3DB5201B053}"/>
          </ac:spMkLst>
        </pc:spChg>
      </pc:sldChg>
      <pc:sldChg chg="modSp">
        <pc:chgData name="Sachin  Neupane" userId="S::sachinneupane@samriddhicollege.edu.np::d21c9b6f-0979-4b1c-a91e-ffea27d935d3" providerId="AD" clId="Web-{A7110D73-85BA-4B63-A613-4E58CCFF8AEE}" dt="2021-03-15T14:38:39.886" v="16" actId="20577"/>
        <pc:sldMkLst>
          <pc:docMk/>
          <pc:sldMk cId="717095603" sldId="261"/>
        </pc:sldMkLst>
        <pc:spChg chg="mod">
          <ac:chgData name="Sachin  Neupane" userId="S::sachinneupane@samriddhicollege.edu.np::d21c9b6f-0979-4b1c-a91e-ffea27d935d3" providerId="AD" clId="Web-{A7110D73-85BA-4B63-A613-4E58CCFF8AEE}" dt="2021-03-15T14:38:33.558" v="14" actId="14100"/>
          <ac:spMkLst>
            <pc:docMk/>
            <pc:sldMk cId="717095603" sldId="261"/>
            <ac:spMk id="2" creationId="{058DAC94-0BCC-48A4-8AE7-AF7E870227E5}"/>
          </ac:spMkLst>
        </pc:spChg>
        <pc:spChg chg="mod">
          <ac:chgData name="Sachin  Neupane" userId="S::sachinneupane@samriddhicollege.edu.np::d21c9b6f-0979-4b1c-a91e-ffea27d935d3" providerId="AD" clId="Web-{A7110D73-85BA-4B63-A613-4E58CCFF8AEE}" dt="2021-03-15T14:38:39.886" v="16" actId="20577"/>
          <ac:spMkLst>
            <pc:docMk/>
            <pc:sldMk cId="717095603" sldId="261"/>
            <ac:spMk id="3" creationId="{0B94CDDD-FC2C-44EA-BB64-7CC70CE2E090}"/>
          </ac:spMkLst>
        </pc:spChg>
      </pc:sldChg>
    </pc:docChg>
  </pc:docChgLst>
  <pc:docChgLst>
    <pc:chgData name="Sachin  Neupane" userId="S::sachinneupane@samriddhicollege.edu.np::d21c9b6f-0979-4b1c-a91e-ffea27d935d3" providerId="AD" clId="Web-{F92D9DAA-BFFF-40B9-9415-7DE00BCF8D6C}"/>
    <pc:docChg chg="modSld">
      <pc:chgData name="Sachin  Neupane" userId="S::sachinneupane@samriddhicollege.edu.np::d21c9b6f-0979-4b1c-a91e-ffea27d935d3" providerId="AD" clId="Web-{F92D9DAA-BFFF-40B9-9415-7DE00BCF8D6C}" dt="2021-03-22T14:26:53.532" v="2" actId="20577"/>
      <pc:docMkLst>
        <pc:docMk/>
      </pc:docMkLst>
      <pc:sldChg chg="modSp">
        <pc:chgData name="Sachin  Neupane" userId="S::sachinneupane@samriddhicollege.edu.np::d21c9b6f-0979-4b1c-a91e-ffea27d935d3" providerId="AD" clId="Web-{F92D9DAA-BFFF-40B9-9415-7DE00BCF8D6C}" dt="2021-03-22T14:26:53.532" v="2" actId="20577"/>
        <pc:sldMkLst>
          <pc:docMk/>
          <pc:sldMk cId="625994569" sldId="274"/>
        </pc:sldMkLst>
        <pc:spChg chg="mod">
          <ac:chgData name="Sachin  Neupane" userId="S::sachinneupane@samriddhicollege.edu.np::d21c9b6f-0979-4b1c-a91e-ffea27d935d3" providerId="AD" clId="Web-{F92D9DAA-BFFF-40B9-9415-7DE00BCF8D6C}" dt="2021-03-22T14:26:53.532" v="2" actId="20577"/>
          <ac:spMkLst>
            <pc:docMk/>
            <pc:sldMk cId="625994569" sldId="274"/>
            <ac:spMk id="3" creationId="{1AF196CC-4174-4A42-A843-2B60361B29B6}"/>
          </ac:spMkLst>
        </pc:spChg>
      </pc:sldChg>
    </pc:docChg>
  </pc:docChgLst>
  <pc:docChgLst>
    <pc:chgData name="Sachin  Neupane" userId="S::sachinneupane@samriddhicollege.edu.np::d21c9b6f-0979-4b1c-a91e-ffea27d935d3" providerId="AD" clId="Web-{A258AC1E-47C8-4860-BC07-3974F554682A}"/>
    <pc:docChg chg="addSld delSld modSld">
      <pc:chgData name="Sachin  Neupane" userId="S::sachinneupane@samriddhicollege.edu.np::d21c9b6f-0979-4b1c-a91e-ffea27d935d3" providerId="AD" clId="Web-{A258AC1E-47C8-4860-BC07-3974F554682A}" dt="2021-03-15T14:51:23.209" v="30" actId="20577"/>
      <pc:docMkLst>
        <pc:docMk/>
      </pc:docMkLst>
      <pc:sldChg chg="del">
        <pc:chgData name="Sachin  Neupane" userId="S::sachinneupane@samriddhicollege.edu.np::d21c9b6f-0979-4b1c-a91e-ffea27d935d3" providerId="AD" clId="Web-{A258AC1E-47C8-4860-BC07-3974F554682A}" dt="2021-03-15T14:51:09.381" v="23"/>
        <pc:sldMkLst>
          <pc:docMk/>
          <pc:sldMk cId="3348359256" sldId="266"/>
        </pc:sldMkLst>
      </pc:sldChg>
      <pc:sldChg chg="modSp">
        <pc:chgData name="Sachin  Neupane" userId="S::sachinneupane@samriddhicollege.edu.np::d21c9b6f-0979-4b1c-a91e-ffea27d935d3" providerId="AD" clId="Web-{A258AC1E-47C8-4860-BC07-3974F554682A}" dt="2021-03-15T14:51:18.428" v="26" actId="20577"/>
        <pc:sldMkLst>
          <pc:docMk/>
          <pc:sldMk cId="3197952873" sldId="267"/>
        </pc:sldMkLst>
        <pc:spChg chg="mod">
          <ac:chgData name="Sachin  Neupane" userId="S::sachinneupane@samriddhicollege.edu.np::d21c9b6f-0979-4b1c-a91e-ffea27d935d3" providerId="AD" clId="Web-{A258AC1E-47C8-4860-BC07-3974F554682A}" dt="2021-03-15T14:50:43.396" v="5" actId="20577"/>
          <ac:spMkLst>
            <pc:docMk/>
            <pc:sldMk cId="3197952873" sldId="267"/>
            <ac:spMk id="2" creationId="{1AED6D8F-A4C8-401A-B941-960334BEFB5D}"/>
          </ac:spMkLst>
        </pc:spChg>
        <pc:spChg chg="mod">
          <ac:chgData name="Sachin  Neupane" userId="S::sachinneupane@samriddhicollege.edu.np::d21c9b6f-0979-4b1c-a91e-ffea27d935d3" providerId="AD" clId="Web-{A258AC1E-47C8-4860-BC07-3974F554682A}" dt="2021-03-15T14:51:18.428" v="26" actId="20577"/>
          <ac:spMkLst>
            <pc:docMk/>
            <pc:sldMk cId="3197952873" sldId="267"/>
            <ac:spMk id="3" creationId="{11E21299-5CE0-47DE-9AED-938ACAB94208}"/>
          </ac:spMkLst>
        </pc:spChg>
      </pc:sldChg>
      <pc:sldChg chg="modSp new">
        <pc:chgData name="Sachin  Neupane" userId="S::sachinneupane@samriddhicollege.edu.np::d21c9b6f-0979-4b1c-a91e-ffea27d935d3" providerId="AD" clId="Web-{A258AC1E-47C8-4860-BC07-3974F554682A}" dt="2021-03-15T14:51:23.209" v="30" actId="20577"/>
        <pc:sldMkLst>
          <pc:docMk/>
          <pc:sldMk cId="2190484843" sldId="268"/>
        </pc:sldMkLst>
        <pc:spChg chg="mod">
          <ac:chgData name="Sachin  Neupane" userId="S::sachinneupane@samriddhicollege.edu.np::d21c9b6f-0979-4b1c-a91e-ffea27d935d3" providerId="AD" clId="Web-{A258AC1E-47C8-4860-BC07-3974F554682A}" dt="2021-03-15T14:51:06.834" v="22" actId="20577"/>
          <ac:spMkLst>
            <pc:docMk/>
            <pc:sldMk cId="2190484843" sldId="268"/>
            <ac:spMk id="2" creationId="{4EA6077B-9D35-493F-994E-AC828D49CBFC}"/>
          </ac:spMkLst>
        </pc:spChg>
        <pc:spChg chg="mod">
          <ac:chgData name="Sachin  Neupane" userId="S::sachinneupane@samriddhicollege.edu.np::d21c9b6f-0979-4b1c-a91e-ffea27d935d3" providerId="AD" clId="Web-{A258AC1E-47C8-4860-BC07-3974F554682A}" dt="2021-03-15T14:51:23.209" v="30" actId="20577"/>
          <ac:spMkLst>
            <pc:docMk/>
            <pc:sldMk cId="2190484843" sldId="268"/>
            <ac:spMk id="3" creationId="{DABC87D2-573D-4213-B120-054BC2A575F7}"/>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3/22/2021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3/22/2021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3/22/2021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3/22/2021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3/22/2021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3/22/2021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3/22/2021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3/22/2021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3/22/2021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3/22/2021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3/22/2021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3/22/2021</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cs typeface="Calibri Light"/>
              </a:rPr>
              <a:t>Employment Communication</a:t>
            </a:r>
            <a:endParaRPr lang="en-US" dirty="0"/>
          </a:p>
        </p:txBody>
      </p:sp>
      <p:sp>
        <p:nvSpPr>
          <p:cNvPr id="3" name="Subtitle 2"/>
          <p:cNvSpPr>
            <a:spLocks noGrp="1"/>
          </p:cNvSpPr>
          <p:nvPr>
            <p:ph type="subTitle" idx="1"/>
          </p:nvPr>
        </p:nvSpPr>
        <p:spPr/>
        <p:txBody>
          <a:bodyPr vert="horz" lIns="91440" tIns="45720" rIns="91440" bIns="45720" rtlCol="0" anchor="t">
            <a:normAutofit/>
          </a:bodyPr>
          <a:lstStyle/>
          <a:p>
            <a:r>
              <a:rPr lang="en-US" dirty="0">
                <a:cs typeface="Calibri"/>
              </a:rPr>
              <a:t>Unit-8</a:t>
            </a:r>
            <a:endParaRPr lang="en-US" dirty="0"/>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B33074-C98B-45B0-A8D4-F79FE0588AFA}"/>
              </a:ext>
            </a:extLst>
          </p:cNvPr>
          <p:cNvSpPr>
            <a:spLocks noGrp="1"/>
          </p:cNvSpPr>
          <p:nvPr>
            <p:ph type="title"/>
          </p:nvPr>
        </p:nvSpPr>
        <p:spPr/>
        <p:txBody>
          <a:bodyPr/>
          <a:lstStyle/>
          <a:p>
            <a:r>
              <a:rPr lang="en-US" dirty="0">
                <a:cs typeface="Calibri Light"/>
              </a:rPr>
              <a:t>Employment Communication</a:t>
            </a:r>
            <a:endParaRPr lang="en-US" dirty="0"/>
          </a:p>
        </p:txBody>
      </p:sp>
      <p:sp>
        <p:nvSpPr>
          <p:cNvPr id="3" name="Content Placeholder 2">
            <a:extLst>
              <a:ext uri="{FF2B5EF4-FFF2-40B4-BE49-F238E27FC236}">
                <a16:creationId xmlns:a16="http://schemas.microsoft.com/office/drawing/2014/main" id="{3EDC1EC3-8F06-4986-8102-779592EC4625}"/>
              </a:ext>
            </a:extLst>
          </p:cNvPr>
          <p:cNvSpPr>
            <a:spLocks noGrp="1"/>
          </p:cNvSpPr>
          <p:nvPr>
            <p:ph idx="1"/>
          </p:nvPr>
        </p:nvSpPr>
        <p:spPr/>
        <p:txBody>
          <a:bodyPr vert="horz" lIns="91440" tIns="45720" rIns="91440" bIns="45720" rtlCol="0" anchor="t">
            <a:normAutofit/>
          </a:bodyPr>
          <a:lstStyle/>
          <a:p>
            <a:pPr>
              <a:buNone/>
            </a:pPr>
            <a:r>
              <a:rPr lang="en-US" dirty="0">
                <a:ea typeface="+mn-lt"/>
                <a:cs typeface="+mn-lt"/>
              </a:rPr>
              <a:t>Employment communication revolves around written communication and conversation between the employer and the job-seekers.</a:t>
            </a:r>
          </a:p>
          <a:p>
            <a:pPr>
              <a:buNone/>
            </a:pPr>
            <a:r>
              <a:rPr lang="en-US" dirty="0">
                <a:ea typeface="+mn-lt"/>
                <a:cs typeface="+mn-lt"/>
              </a:rPr>
              <a:t>The employer communicates with the job-seeker or prospective talents about the vacancies, company culture, perks and benefits and security, etc. Employers use creative means to attract and retain the best talents. In many cases, it is not necessarily the “best” person who gets the job, but rather someone who performs adequately but has excellent job search skills. </a:t>
            </a:r>
          </a:p>
          <a:p>
            <a:pPr marL="0" indent="0">
              <a:buNone/>
            </a:pPr>
            <a:endParaRPr lang="en-US" dirty="0">
              <a:cs typeface="Calibri" panose="020F0502020204030204"/>
            </a:endParaRPr>
          </a:p>
        </p:txBody>
      </p:sp>
    </p:spTree>
    <p:extLst>
      <p:ext uri="{BB962C8B-B14F-4D97-AF65-F5344CB8AC3E}">
        <p14:creationId xmlns:p14="http://schemas.microsoft.com/office/powerpoint/2010/main" val="9332855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7DE187-BB52-4CB7-95E8-4831C4702BCD}"/>
              </a:ext>
            </a:extLst>
          </p:cNvPr>
          <p:cNvSpPr>
            <a:spLocks noGrp="1"/>
          </p:cNvSpPr>
          <p:nvPr>
            <p:ph type="title"/>
          </p:nvPr>
        </p:nvSpPr>
        <p:spPr>
          <a:xfrm>
            <a:off x="838200" y="365125"/>
            <a:ext cx="10515600" cy="764847"/>
          </a:xfrm>
        </p:spPr>
        <p:txBody>
          <a:bodyPr/>
          <a:lstStyle/>
          <a:p>
            <a:r>
              <a:rPr lang="en-US" dirty="0">
                <a:ea typeface="+mj-lt"/>
                <a:cs typeface="+mj-lt"/>
              </a:rPr>
              <a:t>Employment Communication</a:t>
            </a:r>
            <a:endParaRPr lang="en-US" dirty="0"/>
          </a:p>
        </p:txBody>
      </p:sp>
      <p:sp>
        <p:nvSpPr>
          <p:cNvPr id="3" name="Content Placeholder 2">
            <a:extLst>
              <a:ext uri="{FF2B5EF4-FFF2-40B4-BE49-F238E27FC236}">
                <a16:creationId xmlns:a16="http://schemas.microsoft.com/office/drawing/2014/main" id="{2D1C60C9-A813-4D55-8934-E7C33DBC5B30}"/>
              </a:ext>
            </a:extLst>
          </p:cNvPr>
          <p:cNvSpPr>
            <a:spLocks noGrp="1"/>
          </p:cNvSpPr>
          <p:nvPr>
            <p:ph idx="1"/>
          </p:nvPr>
        </p:nvSpPr>
        <p:spPr>
          <a:xfrm>
            <a:off x="838200" y="1135513"/>
            <a:ext cx="11176958" cy="5501525"/>
          </a:xfrm>
        </p:spPr>
        <p:txBody>
          <a:bodyPr vert="horz" lIns="91440" tIns="45720" rIns="91440" bIns="45720" rtlCol="0" anchor="t">
            <a:normAutofit fontScale="92500" lnSpcReduction="10000"/>
          </a:bodyPr>
          <a:lstStyle/>
          <a:p>
            <a:pPr>
              <a:buNone/>
            </a:pPr>
            <a:r>
              <a:rPr lang="en-US" b="1" dirty="0">
                <a:ea typeface="+mn-lt"/>
                <a:cs typeface="+mn-lt"/>
              </a:rPr>
              <a:t>Employment communication includes:</a:t>
            </a:r>
          </a:p>
          <a:p>
            <a:pPr>
              <a:buNone/>
            </a:pPr>
            <a:r>
              <a:rPr lang="en-US" dirty="0">
                <a:ea typeface="+mn-lt"/>
                <a:cs typeface="+mn-lt"/>
              </a:rPr>
              <a:t>a. a resume (a one- or two-page summary of your qualifications), </a:t>
            </a:r>
          </a:p>
          <a:p>
            <a:pPr>
              <a:buNone/>
            </a:pPr>
            <a:r>
              <a:rPr lang="en-US" dirty="0">
                <a:ea typeface="+mn-lt"/>
                <a:cs typeface="+mn-lt"/>
              </a:rPr>
              <a:t>b. a cover letter (to accompany the resume), </a:t>
            </a:r>
          </a:p>
          <a:p>
            <a:pPr>
              <a:buNone/>
            </a:pPr>
            <a:r>
              <a:rPr lang="en-US" dirty="0">
                <a:ea typeface="+mn-lt"/>
                <a:cs typeface="+mn-lt"/>
              </a:rPr>
              <a:t>c. a follow-up letter (to thank the employer for the interview and to summarize your qualifications), </a:t>
            </a:r>
          </a:p>
          <a:p>
            <a:pPr>
              <a:buNone/>
            </a:pPr>
            <a:r>
              <a:rPr lang="en-US" dirty="0">
                <a:ea typeface="+mn-lt"/>
                <a:cs typeface="+mn-lt"/>
              </a:rPr>
              <a:t>d. a resignation letter (to announce your intention to resign). </a:t>
            </a:r>
          </a:p>
          <a:p>
            <a:pPr>
              <a:buNone/>
            </a:pPr>
            <a:r>
              <a:rPr lang="en-US" dirty="0">
                <a:ea typeface="+mn-lt"/>
                <a:cs typeface="+mn-lt"/>
              </a:rPr>
              <a:t>Resumes and the accompanying letters are important because they:</a:t>
            </a:r>
          </a:p>
          <a:p>
            <a:pPr>
              <a:buNone/>
            </a:pPr>
            <a:r>
              <a:rPr lang="en-US" dirty="0">
                <a:ea typeface="+mn-lt"/>
                <a:cs typeface="+mn-lt"/>
              </a:rPr>
              <a:t>◾ Create a professional, favorable impression.</a:t>
            </a:r>
          </a:p>
          <a:p>
            <a:pPr>
              <a:buNone/>
            </a:pPr>
            <a:r>
              <a:rPr lang="en-US" dirty="0">
                <a:ea typeface="+mn-lt"/>
                <a:cs typeface="+mn-lt"/>
              </a:rPr>
              <a:t>◾ Allow you to control the presentation of your skills on paper.</a:t>
            </a:r>
          </a:p>
          <a:p>
            <a:pPr>
              <a:buNone/>
            </a:pPr>
            <a:r>
              <a:rPr lang="en-US" dirty="0">
                <a:ea typeface="+mn-lt"/>
                <a:cs typeface="+mn-lt"/>
              </a:rPr>
              <a:t>◾ Encourage an employer to call you to arrange an interview.</a:t>
            </a:r>
          </a:p>
          <a:p>
            <a:pPr>
              <a:buNone/>
            </a:pPr>
            <a:r>
              <a:rPr lang="en-US" dirty="0">
                <a:ea typeface="+mn-lt"/>
                <a:cs typeface="+mn-lt"/>
              </a:rPr>
              <a:t>◾ Give employers something to look at before you fill out any applications, they may require</a:t>
            </a:r>
          </a:p>
          <a:p>
            <a:pPr>
              <a:buNone/>
            </a:pPr>
            <a:r>
              <a:rPr lang="en-US" dirty="0">
                <a:ea typeface="+mn-lt"/>
                <a:cs typeface="+mn-lt"/>
              </a:rPr>
              <a:t>◾ Maintain goodwill between you and your employer.</a:t>
            </a:r>
          </a:p>
          <a:p>
            <a:pPr marL="0" indent="0">
              <a:buNone/>
            </a:pPr>
            <a:endParaRPr lang="en-US" dirty="0">
              <a:cs typeface="Calibri" panose="020F0502020204030204"/>
            </a:endParaRPr>
          </a:p>
        </p:txBody>
      </p:sp>
    </p:spTree>
    <p:extLst>
      <p:ext uri="{BB962C8B-B14F-4D97-AF65-F5344CB8AC3E}">
        <p14:creationId xmlns:p14="http://schemas.microsoft.com/office/powerpoint/2010/main" val="34282966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821F42-2CB6-4907-A11A-A3D4FAF5F628}"/>
              </a:ext>
            </a:extLst>
          </p:cNvPr>
          <p:cNvSpPr>
            <a:spLocks noGrp="1"/>
          </p:cNvSpPr>
          <p:nvPr>
            <p:ph type="title"/>
          </p:nvPr>
        </p:nvSpPr>
        <p:spPr>
          <a:xfrm>
            <a:off x="838200" y="221352"/>
            <a:ext cx="10515600" cy="966129"/>
          </a:xfrm>
        </p:spPr>
        <p:txBody>
          <a:bodyPr/>
          <a:lstStyle/>
          <a:p>
            <a:r>
              <a:rPr lang="en-US" dirty="0">
                <a:ea typeface="+mj-lt"/>
                <a:cs typeface="+mj-lt"/>
              </a:rPr>
              <a:t>Stages of job search process:</a:t>
            </a:r>
            <a:endParaRPr lang="en-US" dirty="0"/>
          </a:p>
        </p:txBody>
      </p:sp>
      <p:sp>
        <p:nvSpPr>
          <p:cNvPr id="3" name="Content Placeholder 2">
            <a:extLst>
              <a:ext uri="{FF2B5EF4-FFF2-40B4-BE49-F238E27FC236}">
                <a16:creationId xmlns:a16="http://schemas.microsoft.com/office/drawing/2014/main" id="{8E635280-E736-4DBD-932C-7C613FFBB1DC}"/>
              </a:ext>
            </a:extLst>
          </p:cNvPr>
          <p:cNvSpPr>
            <a:spLocks noGrp="1"/>
          </p:cNvSpPr>
          <p:nvPr>
            <p:ph idx="1"/>
          </p:nvPr>
        </p:nvSpPr>
        <p:spPr>
          <a:xfrm>
            <a:off x="838200" y="862342"/>
            <a:ext cx="10515600" cy="5774695"/>
          </a:xfrm>
        </p:spPr>
        <p:txBody>
          <a:bodyPr vert="horz" lIns="91440" tIns="45720" rIns="91440" bIns="45720" rtlCol="0" anchor="t">
            <a:normAutofit fontScale="85000" lnSpcReduction="20000"/>
          </a:bodyPr>
          <a:lstStyle/>
          <a:p>
            <a:pPr>
              <a:buNone/>
            </a:pPr>
            <a:endParaRPr lang="en-US" dirty="0">
              <a:ea typeface="+mn-lt"/>
              <a:cs typeface="+mn-lt"/>
            </a:endParaRPr>
          </a:p>
          <a:p>
            <a:pPr marL="0" indent="0">
              <a:buNone/>
            </a:pPr>
            <a:r>
              <a:rPr lang="en-US" b="1" dirty="0">
                <a:ea typeface="+mn-lt"/>
                <a:cs typeface="+mn-lt"/>
              </a:rPr>
              <a:t>A. Access your strengths</a:t>
            </a:r>
            <a:endParaRPr lang="en-US" dirty="0">
              <a:ea typeface="+mn-lt"/>
              <a:cs typeface="+mn-lt"/>
            </a:endParaRPr>
          </a:p>
          <a:p>
            <a:pPr indent="0">
              <a:buNone/>
            </a:pPr>
            <a:r>
              <a:rPr lang="en-US" dirty="0">
                <a:ea typeface="+mn-lt"/>
                <a:cs typeface="+mn-lt"/>
              </a:rPr>
              <a:t>Employment communications are really about selling yourself: your skills, loyalty, and personality, so like any good salesperson you need to know the "product” you are selling well. The first stage in a successful job search is self-assessment. What kind of job are you looking for? What “hidden” skills do you have? What are your strengths and weaknesses? </a:t>
            </a:r>
          </a:p>
          <a:p>
            <a:pPr>
              <a:buNone/>
            </a:pPr>
            <a:r>
              <a:rPr lang="en-US" b="1" dirty="0">
                <a:ea typeface="+mn-lt"/>
                <a:cs typeface="+mn-lt"/>
              </a:rPr>
              <a:t>◾ Education: </a:t>
            </a:r>
            <a:r>
              <a:rPr lang="en-US" dirty="0">
                <a:ea typeface="+mn-lt"/>
                <a:cs typeface="+mn-lt"/>
              </a:rPr>
              <a:t> (qualifications)</a:t>
            </a:r>
          </a:p>
          <a:p>
            <a:pPr>
              <a:buNone/>
            </a:pPr>
            <a:r>
              <a:rPr lang="en-US" b="1" dirty="0">
                <a:ea typeface="+mn-lt"/>
                <a:cs typeface="+mn-lt"/>
              </a:rPr>
              <a:t>◾ Employment:</a:t>
            </a:r>
            <a:r>
              <a:rPr lang="en-US" dirty="0">
                <a:ea typeface="+mn-lt"/>
                <a:cs typeface="+mn-lt"/>
              </a:rPr>
              <a:t> (experiences- organizations)</a:t>
            </a:r>
          </a:p>
          <a:p>
            <a:pPr>
              <a:buNone/>
            </a:pPr>
            <a:r>
              <a:rPr lang="en-US" b="1" dirty="0">
                <a:ea typeface="+mn-lt"/>
                <a:cs typeface="+mn-lt"/>
              </a:rPr>
              <a:t>◾ Accomplishments:</a:t>
            </a:r>
            <a:r>
              <a:rPr lang="en-US" dirty="0">
                <a:ea typeface="+mn-lt"/>
                <a:cs typeface="+mn-lt"/>
              </a:rPr>
              <a:t>  (scholastic, job-related, extracurricular, or community) over the last several years. Include any honors or awards you received. </a:t>
            </a:r>
          </a:p>
          <a:p>
            <a:pPr>
              <a:buNone/>
            </a:pPr>
            <a:r>
              <a:rPr lang="en-US" b="1" dirty="0">
                <a:ea typeface="+mn-lt"/>
                <a:cs typeface="+mn-lt"/>
              </a:rPr>
              <a:t>◾ Skills:</a:t>
            </a:r>
            <a:r>
              <a:rPr lang="en-US" dirty="0">
                <a:ea typeface="+mn-lt"/>
                <a:cs typeface="+mn-lt"/>
              </a:rPr>
              <a:t> What are your special talents? What can you do well? Are you a good problem solver, creative thinker, good communicator? Do you have special skill sets—with computers, machinery, sales? </a:t>
            </a:r>
          </a:p>
          <a:p>
            <a:pPr>
              <a:buNone/>
            </a:pPr>
            <a:r>
              <a:rPr lang="en-US" b="1" dirty="0">
                <a:ea typeface="+mn-lt"/>
                <a:cs typeface="+mn-lt"/>
              </a:rPr>
              <a:t>◾ Character or personality traits:</a:t>
            </a:r>
            <a:r>
              <a:rPr lang="en-US" dirty="0">
                <a:ea typeface="+mn-lt"/>
                <a:cs typeface="+mn-lt"/>
              </a:rPr>
              <a:t> Are you dependable, honest, and flexible?</a:t>
            </a:r>
          </a:p>
          <a:p>
            <a:pPr>
              <a:buNone/>
            </a:pPr>
            <a:r>
              <a:rPr lang="en-US" dirty="0">
                <a:ea typeface="+mn-lt"/>
                <a:cs typeface="+mn-lt"/>
              </a:rPr>
              <a:t>Are you outgoing, calm, and optimistic? Do you have a good sense of humor?</a:t>
            </a:r>
          </a:p>
          <a:p>
            <a:pPr marL="0" indent="0">
              <a:buNone/>
            </a:pPr>
            <a:endParaRPr lang="en-US" dirty="0">
              <a:cs typeface="Calibri" panose="020F0502020204030204"/>
            </a:endParaRPr>
          </a:p>
        </p:txBody>
      </p:sp>
    </p:spTree>
    <p:extLst>
      <p:ext uri="{BB962C8B-B14F-4D97-AF65-F5344CB8AC3E}">
        <p14:creationId xmlns:p14="http://schemas.microsoft.com/office/powerpoint/2010/main" val="5973930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E36DB3-DF22-4732-945D-52EC9E542D11}"/>
              </a:ext>
            </a:extLst>
          </p:cNvPr>
          <p:cNvSpPr>
            <a:spLocks noGrp="1"/>
          </p:cNvSpPr>
          <p:nvPr>
            <p:ph type="title"/>
          </p:nvPr>
        </p:nvSpPr>
        <p:spPr>
          <a:xfrm>
            <a:off x="838200" y="365125"/>
            <a:ext cx="10515600" cy="865488"/>
          </a:xfrm>
        </p:spPr>
        <p:txBody>
          <a:bodyPr/>
          <a:lstStyle/>
          <a:p>
            <a:r>
              <a:rPr lang="en-US" dirty="0">
                <a:ea typeface="+mj-lt"/>
                <a:cs typeface="+mj-lt"/>
              </a:rPr>
              <a:t>Stages of job search process:</a:t>
            </a:r>
            <a:endParaRPr lang="en-US" dirty="0"/>
          </a:p>
        </p:txBody>
      </p:sp>
      <p:sp>
        <p:nvSpPr>
          <p:cNvPr id="3" name="Content Placeholder 2">
            <a:extLst>
              <a:ext uri="{FF2B5EF4-FFF2-40B4-BE49-F238E27FC236}">
                <a16:creationId xmlns:a16="http://schemas.microsoft.com/office/drawing/2014/main" id="{F33E167D-B134-45B9-8CB4-D3DB5201B053}"/>
              </a:ext>
            </a:extLst>
          </p:cNvPr>
          <p:cNvSpPr>
            <a:spLocks noGrp="1"/>
          </p:cNvSpPr>
          <p:nvPr>
            <p:ph idx="1"/>
          </p:nvPr>
        </p:nvSpPr>
        <p:spPr>
          <a:xfrm>
            <a:off x="838200" y="1164267"/>
            <a:ext cx="10515600" cy="5530280"/>
          </a:xfrm>
        </p:spPr>
        <p:txBody>
          <a:bodyPr vert="horz" lIns="91440" tIns="45720" rIns="91440" bIns="45720" rtlCol="0" anchor="t">
            <a:normAutofit lnSpcReduction="10000"/>
          </a:bodyPr>
          <a:lstStyle/>
          <a:p>
            <a:pPr marL="0" indent="0">
              <a:buNone/>
            </a:pPr>
            <a:r>
              <a:rPr lang="en-US" b="1" dirty="0">
                <a:ea typeface="+mn-lt"/>
                <a:cs typeface="+mn-lt"/>
              </a:rPr>
              <a:t>B. Research Your Prospective Employer</a:t>
            </a:r>
            <a:endParaRPr lang="en-US" dirty="0">
              <a:ea typeface="+mn-lt"/>
              <a:cs typeface="+mn-lt"/>
            </a:endParaRPr>
          </a:p>
          <a:p>
            <a:pPr indent="0">
              <a:buNone/>
            </a:pPr>
            <a:r>
              <a:rPr lang="en-US" dirty="0">
                <a:ea typeface="+mn-lt"/>
                <a:cs typeface="+mn-lt"/>
              </a:rPr>
              <a:t>Learn all you can about your prospective employer, the company, and the job. Call the human resources office and find out about the company’s hiring practices. Do you know anyone who works for or used to work for this company? </a:t>
            </a:r>
          </a:p>
          <a:p>
            <a:pPr>
              <a:buNone/>
            </a:pPr>
            <a:r>
              <a:rPr lang="en-US" dirty="0">
                <a:ea typeface="+mn-lt"/>
                <a:cs typeface="+mn-lt"/>
              </a:rPr>
              <a:t>See if you can find the answers to the following questions:</a:t>
            </a:r>
          </a:p>
          <a:p>
            <a:pPr>
              <a:buNone/>
            </a:pPr>
            <a:r>
              <a:rPr lang="en-US" dirty="0">
                <a:ea typeface="+mn-lt"/>
                <a:cs typeface="+mn-lt"/>
              </a:rPr>
              <a:t>◾ Who will be responsible for making the decision to hire you—an individual or a committee? If it is an individual, what position does that person hold? What skills is he or she looking for in an employee?</a:t>
            </a:r>
          </a:p>
          <a:p>
            <a:pPr>
              <a:buNone/>
            </a:pPr>
            <a:r>
              <a:rPr lang="en-US" dirty="0">
                <a:ea typeface="+mn-lt"/>
                <a:cs typeface="+mn-lt"/>
              </a:rPr>
              <a:t>◾ What can you find out about the company—its mission statement, its current projects, its organization, its openings, or its past record?</a:t>
            </a:r>
          </a:p>
          <a:p>
            <a:pPr>
              <a:buNone/>
            </a:pPr>
            <a:r>
              <a:rPr lang="en-US" dirty="0">
                <a:ea typeface="+mn-lt"/>
                <a:cs typeface="+mn-lt"/>
              </a:rPr>
              <a:t>◾ What can you learn about the position for which you are applying? What would you be expected to do, and with whom would you work?</a:t>
            </a:r>
          </a:p>
          <a:p>
            <a:pPr marL="0" indent="0">
              <a:buNone/>
            </a:pPr>
            <a:endParaRPr lang="en-US" dirty="0">
              <a:cs typeface="Calibri" panose="020F0502020204030204"/>
            </a:endParaRPr>
          </a:p>
        </p:txBody>
      </p:sp>
    </p:spTree>
    <p:extLst>
      <p:ext uri="{BB962C8B-B14F-4D97-AF65-F5344CB8AC3E}">
        <p14:creationId xmlns:p14="http://schemas.microsoft.com/office/powerpoint/2010/main" val="10775936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8DAC94-0BCC-48A4-8AE7-AF7E870227E5}"/>
              </a:ext>
            </a:extLst>
          </p:cNvPr>
          <p:cNvSpPr>
            <a:spLocks noGrp="1"/>
          </p:cNvSpPr>
          <p:nvPr>
            <p:ph type="title"/>
          </p:nvPr>
        </p:nvSpPr>
        <p:spPr>
          <a:xfrm>
            <a:off x="838200" y="365125"/>
            <a:ext cx="10515600" cy="664205"/>
          </a:xfrm>
        </p:spPr>
        <p:txBody>
          <a:bodyPr>
            <a:normAutofit fontScale="90000"/>
          </a:bodyPr>
          <a:lstStyle/>
          <a:p>
            <a:r>
              <a:rPr lang="en-US" dirty="0">
                <a:ea typeface="+mj-lt"/>
                <a:cs typeface="+mj-lt"/>
              </a:rPr>
              <a:t>Stages of job search process:</a:t>
            </a:r>
            <a:endParaRPr lang="en-US" dirty="0"/>
          </a:p>
        </p:txBody>
      </p:sp>
      <p:sp>
        <p:nvSpPr>
          <p:cNvPr id="3" name="Content Placeholder 2">
            <a:extLst>
              <a:ext uri="{FF2B5EF4-FFF2-40B4-BE49-F238E27FC236}">
                <a16:creationId xmlns:a16="http://schemas.microsoft.com/office/drawing/2014/main" id="{0B94CDDD-FC2C-44EA-BB64-7CC70CE2E090}"/>
              </a:ext>
            </a:extLst>
          </p:cNvPr>
          <p:cNvSpPr>
            <a:spLocks noGrp="1"/>
          </p:cNvSpPr>
          <p:nvPr>
            <p:ph idx="1"/>
          </p:nvPr>
        </p:nvSpPr>
        <p:spPr>
          <a:xfrm>
            <a:off x="838200" y="1049248"/>
            <a:ext cx="10515600" cy="5745941"/>
          </a:xfrm>
        </p:spPr>
        <p:txBody>
          <a:bodyPr vert="horz" lIns="91440" tIns="45720" rIns="91440" bIns="45720" rtlCol="0" anchor="t">
            <a:normAutofit/>
          </a:bodyPr>
          <a:lstStyle/>
          <a:p>
            <a:pPr marL="0" indent="0">
              <a:buNone/>
            </a:pPr>
            <a:r>
              <a:rPr lang="en-US" b="1" dirty="0">
                <a:ea typeface="+mn-lt"/>
                <a:cs typeface="+mn-lt"/>
              </a:rPr>
              <a:t>C. Formatting and Organizing Resumes’</a:t>
            </a:r>
            <a:endParaRPr lang="en-US" dirty="0">
              <a:ea typeface="+mn-lt"/>
              <a:cs typeface="+mn-lt"/>
            </a:endParaRPr>
          </a:p>
          <a:p>
            <a:pPr indent="0">
              <a:buNone/>
            </a:pPr>
            <a:r>
              <a:rPr lang="en-US" b="1" dirty="0">
                <a:ea typeface="+mn-lt"/>
                <a:cs typeface="+mn-lt"/>
              </a:rPr>
              <a:t>Resumes’</a:t>
            </a:r>
            <a:endParaRPr lang="en-US" dirty="0">
              <a:ea typeface="+mn-lt"/>
              <a:cs typeface="+mn-lt"/>
            </a:endParaRPr>
          </a:p>
          <a:p>
            <a:pPr>
              <a:buNone/>
            </a:pPr>
            <a:r>
              <a:rPr lang="en-US" dirty="0">
                <a:ea typeface="+mn-lt"/>
                <a:cs typeface="+mn-lt"/>
              </a:rPr>
              <a:t>The resume, sometimes called curriculum vitae or CV, is a personal data-sheet which accurately and concisely presents background and skills of someone looking for employment. A good Resume changes </a:t>
            </a:r>
            <a:r>
              <a:rPr lang="en-US">
                <a:ea typeface="+mn-lt"/>
                <a:cs typeface="+mn-lt"/>
              </a:rPr>
              <a:t>an applicant into a candidate; a poor Resume quickly ends up in the </a:t>
            </a:r>
            <a:r>
              <a:rPr lang="en-US" dirty="0">
                <a:ea typeface="+mn-lt"/>
                <a:cs typeface="+mn-lt"/>
              </a:rPr>
              <a:t>garbage. The Resume is your opportunity to present your skills, abilities, and personality in the best light to a prospective employer. Like the application form, neatness, accuracy, and honesty are essential. Your Resume is your ticket to a good job, so you will want to spend a lot of time revising to get it just right. Professional Resume preparers say that it takes at least three full days of hard work to get a good résumé.</a:t>
            </a:r>
          </a:p>
          <a:p>
            <a:pPr marL="0" indent="0">
              <a:buNone/>
            </a:pPr>
            <a:endParaRPr lang="en-US" dirty="0">
              <a:cs typeface="Calibri" panose="020F0502020204030204"/>
            </a:endParaRPr>
          </a:p>
        </p:txBody>
      </p:sp>
    </p:spTree>
    <p:extLst>
      <p:ext uri="{BB962C8B-B14F-4D97-AF65-F5344CB8AC3E}">
        <p14:creationId xmlns:p14="http://schemas.microsoft.com/office/powerpoint/2010/main" val="7170956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0D9847-18F5-4FBC-9B6F-E684648A7199}"/>
              </a:ext>
            </a:extLst>
          </p:cNvPr>
          <p:cNvSpPr>
            <a:spLocks noGrp="1"/>
          </p:cNvSpPr>
          <p:nvPr>
            <p:ph type="title"/>
          </p:nvPr>
        </p:nvSpPr>
        <p:spPr/>
        <p:txBody>
          <a:bodyPr/>
          <a:lstStyle/>
          <a:p>
            <a:r>
              <a:rPr lang="en-US" b="1" dirty="0">
                <a:ea typeface="+mj-lt"/>
                <a:cs typeface="+mj-lt"/>
              </a:rPr>
              <a:t>Making Your Resume Stand Out</a:t>
            </a:r>
            <a:endParaRPr lang="en-US" dirty="0"/>
          </a:p>
        </p:txBody>
      </p:sp>
      <p:sp>
        <p:nvSpPr>
          <p:cNvPr id="3" name="Content Placeholder 2">
            <a:extLst>
              <a:ext uri="{FF2B5EF4-FFF2-40B4-BE49-F238E27FC236}">
                <a16:creationId xmlns:a16="http://schemas.microsoft.com/office/drawing/2014/main" id="{BBFF357C-21E1-41A2-BC32-CF189C1D7501}"/>
              </a:ext>
            </a:extLst>
          </p:cNvPr>
          <p:cNvSpPr>
            <a:spLocks noGrp="1"/>
          </p:cNvSpPr>
          <p:nvPr>
            <p:ph idx="1"/>
          </p:nvPr>
        </p:nvSpPr>
        <p:spPr/>
        <p:txBody>
          <a:bodyPr vert="horz" lIns="91440" tIns="45720" rIns="91440" bIns="45720" rtlCol="0" anchor="t">
            <a:normAutofit/>
          </a:bodyPr>
          <a:lstStyle/>
          <a:p>
            <a:pPr>
              <a:buNone/>
            </a:pPr>
            <a:r>
              <a:rPr lang="en-US" b="1" dirty="0">
                <a:ea typeface="+mn-lt"/>
                <a:cs typeface="+mn-lt"/>
              </a:rPr>
              <a:t>Making Your Resume Stand Out</a:t>
            </a:r>
            <a:endParaRPr lang="en-US" dirty="0">
              <a:ea typeface="+mn-lt"/>
              <a:cs typeface="+mn-lt"/>
            </a:endParaRPr>
          </a:p>
          <a:p>
            <a:pPr>
              <a:buNone/>
            </a:pPr>
            <a:r>
              <a:rPr lang="en-US" dirty="0">
                <a:ea typeface="+mn-lt"/>
                <a:cs typeface="+mn-lt"/>
              </a:rPr>
              <a:t>White space allowing ample margins results in a resume that is uncluttered and easy to read. Special features such as boldfacing, underlining, italicizing, CAPITALIZING, bullets (•), or asterisks (*) make important information stand out. But too many special features can make your resume appear cluttered and busy. The resume should look symmetric and balanced. Your name should stand out in a larger boldfaced type. Headings should be easy to spot. The font should be easy to read—Times New Roman, Calibri, or Arial, for example, in 10- to 12-point type.</a:t>
            </a:r>
          </a:p>
          <a:p>
            <a:pPr>
              <a:buNone/>
            </a:pPr>
            <a:endParaRPr lang="en-US">
              <a:ea typeface="+mn-lt"/>
              <a:cs typeface="+mn-lt"/>
            </a:endParaRPr>
          </a:p>
          <a:p>
            <a:pPr marL="0" indent="0">
              <a:buNone/>
            </a:pPr>
            <a:endParaRPr lang="en-US" dirty="0">
              <a:cs typeface="Calibri" panose="020F0502020204030204"/>
            </a:endParaRPr>
          </a:p>
        </p:txBody>
      </p:sp>
    </p:spTree>
    <p:extLst>
      <p:ext uri="{BB962C8B-B14F-4D97-AF65-F5344CB8AC3E}">
        <p14:creationId xmlns:p14="http://schemas.microsoft.com/office/powerpoint/2010/main" val="30320819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0C2A1-BD88-4E35-8AF8-84FEE3575394}"/>
              </a:ext>
            </a:extLst>
          </p:cNvPr>
          <p:cNvSpPr>
            <a:spLocks noGrp="1"/>
          </p:cNvSpPr>
          <p:nvPr>
            <p:ph type="title"/>
          </p:nvPr>
        </p:nvSpPr>
        <p:spPr>
          <a:xfrm>
            <a:off x="838200" y="365125"/>
            <a:ext cx="10515600" cy="908620"/>
          </a:xfrm>
        </p:spPr>
        <p:txBody>
          <a:bodyPr/>
          <a:lstStyle/>
          <a:p>
            <a:r>
              <a:rPr lang="en-US" b="1" dirty="0">
                <a:ea typeface="+mj-lt"/>
                <a:cs typeface="+mj-lt"/>
              </a:rPr>
              <a:t>Basic Information (Resume)</a:t>
            </a:r>
            <a:endParaRPr lang="en-US" dirty="0"/>
          </a:p>
        </p:txBody>
      </p:sp>
      <p:sp>
        <p:nvSpPr>
          <p:cNvPr id="3" name="Content Placeholder 2">
            <a:extLst>
              <a:ext uri="{FF2B5EF4-FFF2-40B4-BE49-F238E27FC236}">
                <a16:creationId xmlns:a16="http://schemas.microsoft.com/office/drawing/2014/main" id="{8E8BA950-AF5C-4E9D-BA8B-10605EBCD4D4}"/>
              </a:ext>
            </a:extLst>
          </p:cNvPr>
          <p:cNvSpPr>
            <a:spLocks noGrp="1"/>
          </p:cNvSpPr>
          <p:nvPr>
            <p:ph idx="1"/>
          </p:nvPr>
        </p:nvSpPr>
        <p:spPr>
          <a:xfrm>
            <a:off x="838200" y="1020493"/>
            <a:ext cx="10515600" cy="5688432"/>
          </a:xfrm>
        </p:spPr>
        <p:txBody>
          <a:bodyPr vert="horz" lIns="91440" tIns="45720" rIns="91440" bIns="45720" rtlCol="0" anchor="t">
            <a:normAutofit fontScale="92500" lnSpcReduction="10000"/>
          </a:bodyPr>
          <a:lstStyle/>
          <a:p>
            <a:pPr>
              <a:buNone/>
            </a:pPr>
            <a:endParaRPr lang="en-US" b="1" dirty="0">
              <a:ea typeface="+mn-lt"/>
              <a:cs typeface="+mn-lt"/>
            </a:endParaRPr>
          </a:p>
          <a:p>
            <a:pPr>
              <a:buNone/>
            </a:pPr>
            <a:r>
              <a:rPr lang="en-US" b="1" dirty="0">
                <a:ea typeface="+mn-lt"/>
                <a:cs typeface="+mn-lt"/>
              </a:rPr>
              <a:t>◾ Identification:</a:t>
            </a:r>
            <a:r>
              <a:rPr lang="en-US" dirty="0">
                <a:ea typeface="+mn-lt"/>
                <a:cs typeface="+mn-lt"/>
              </a:rPr>
              <a:t> Include your name, complete address, telephone number(s), and e-mail address. You may include a permanent and temporary address.</a:t>
            </a:r>
          </a:p>
          <a:p>
            <a:pPr>
              <a:buNone/>
            </a:pPr>
            <a:r>
              <a:rPr lang="en-US" b="1" dirty="0">
                <a:ea typeface="+mn-lt"/>
                <a:cs typeface="+mn-lt"/>
              </a:rPr>
              <a:t>◾ Education:</a:t>
            </a:r>
            <a:r>
              <a:rPr lang="en-US" dirty="0">
                <a:ea typeface="+mn-lt"/>
                <a:cs typeface="+mn-lt"/>
              </a:rPr>
              <a:t> Include the name, city, and state of the school from which you graduated; your dates of attendance and graduation or expected date of graduation; and your major or course of study. Sometimes it is helpful to include specific courses you took, as well as academic honors, your overall GPA or the GPA in your major classes (particularly if the GPA is good), and any extracurricular activities. If you already have a post-secondary degree, it is not necessary to list your high school degree.</a:t>
            </a:r>
          </a:p>
          <a:p>
            <a:pPr>
              <a:buNone/>
            </a:pPr>
            <a:r>
              <a:rPr lang="en-US" b="1" dirty="0">
                <a:ea typeface="+mn-lt"/>
                <a:cs typeface="+mn-lt"/>
              </a:rPr>
              <a:t>◾ Work Experience:</a:t>
            </a:r>
            <a:r>
              <a:rPr lang="en-US" dirty="0">
                <a:ea typeface="+mn-lt"/>
                <a:cs typeface="+mn-lt"/>
              </a:rPr>
              <a:t> Include the name, city, and state of the company and the position or title and description of duties if it is related to the job for which you are applying. You also may include promotions, special accomplishments, and skills.</a:t>
            </a:r>
          </a:p>
          <a:p>
            <a:pPr marL="0" indent="0">
              <a:buNone/>
            </a:pPr>
            <a:endParaRPr lang="en-US" dirty="0">
              <a:cs typeface="Calibri"/>
            </a:endParaRPr>
          </a:p>
        </p:txBody>
      </p:sp>
    </p:spTree>
    <p:extLst>
      <p:ext uri="{BB962C8B-B14F-4D97-AF65-F5344CB8AC3E}">
        <p14:creationId xmlns:p14="http://schemas.microsoft.com/office/powerpoint/2010/main" val="16543812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EB37C9-C10C-4064-8F45-8F9276DAF25E}"/>
              </a:ext>
            </a:extLst>
          </p:cNvPr>
          <p:cNvSpPr>
            <a:spLocks noGrp="1"/>
          </p:cNvSpPr>
          <p:nvPr>
            <p:ph type="title"/>
          </p:nvPr>
        </p:nvSpPr>
        <p:spPr/>
        <p:txBody>
          <a:bodyPr/>
          <a:lstStyle/>
          <a:p>
            <a:r>
              <a:rPr lang="en-US" b="1" dirty="0">
                <a:ea typeface="+mj-lt"/>
                <a:cs typeface="+mj-lt"/>
              </a:rPr>
              <a:t>Organizing a Resume</a:t>
            </a:r>
            <a:endParaRPr lang="en-US" dirty="0"/>
          </a:p>
        </p:txBody>
      </p:sp>
      <p:sp>
        <p:nvSpPr>
          <p:cNvPr id="3" name="Content Placeholder 2">
            <a:extLst>
              <a:ext uri="{FF2B5EF4-FFF2-40B4-BE49-F238E27FC236}">
                <a16:creationId xmlns:a16="http://schemas.microsoft.com/office/drawing/2014/main" id="{2633539A-640A-4C23-888D-B16C7713DCE3}"/>
              </a:ext>
            </a:extLst>
          </p:cNvPr>
          <p:cNvSpPr>
            <a:spLocks noGrp="1"/>
          </p:cNvSpPr>
          <p:nvPr>
            <p:ph idx="1"/>
          </p:nvPr>
        </p:nvSpPr>
        <p:spPr>
          <a:xfrm>
            <a:off x="838200" y="1494946"/>
            <a:ext cx="10515600" cy="4983941"/>
          </a:xfrm>
        </p:spPr>
        <p:txBody>
          <a:bodyPr vert="horz" lIns="91440" tIns="45720" rIns="91440" bIns="45720" rtlCol="0" anchor="t">
            <a:normAutofit/>
          </a:bodyPr>
          <a:lstStyle/>
          <a:p>
            <a:pPr>
              <a:buNone/>
            </a:pPr>
            <a:endParaRPr lang="en-US" b="1" dirty="0">
              <a:ea typeface="+mn-lt"/>
              <a:cs typeface="+mn-lt"/>
            </a:endParaRPr>
          </a:p>
          <a:p>
            <a:pPr>
              <a:buNone/>
            </a:pPr>
            <a:r>
              <a:rPr lang="en-US" b="1" dirty="0">
                <a:ea typeface="+mn-lt"/>
                <a:cs typeface="+mn-lt"/>
              </a:rPr>
              <a:t>Reverse Chronological Order</a:t>
            </a:r>
            <a:endParaRPr lang="en-US" dirty="0">
              <a:ea typeface="+mn-lt"/>
              <a:cs typeface="+mn-lt"/>
            </a:endParaRPr>
          </a:p>
          <a:p>
            <a:pPr>
              <a:buNone/>
            </a:pPr>
            <a:r>
              <a:rPr lang="en-US" dirty="0">
                <a:ea typeface="+mn-lt"/>
                <a:cs typeface="+mn-lt"/>
              </a:rPr>
              <a:t>Some parts of the resume are presented in reverse chronological order (backward through time). The priority here is time; that is, what is most recent is considered to be most important. In particular, past jobs and schools attended should be listed in reverse chronological order. For example, when presenting your work experience, list your most recent job first, your second most recent job second, your third most recent job third, and so on.</a:t>
            </a:r>
          </a:p>
          <a:p>
            <a:pPr>
              <a:buNone/>
            </a:pPr>
            <a:endParaRPr lang="en-US">
              <a:ea typeface="+mn-lt"/>
              <a:cs typeface="+mn-lt"/>
            </a:endParaRPr>
          </a:p>
          <a:p>
            <a:pPr marL="0" indent="0">
              <a:buNone/>
            </a:pPr>
            <a:endParaRPr lang="en-US" dirty="0">
              <a:cs typeface="Calibri" panose="020F0502020204030204"/>
            </a:endParaRPr>
          </a:p>
        </p:txBody>
      </p:sp>
    </p:spTree>
    <p:extLst>
      <p:ext uri="{BB962C8B-B14F-4D97-AF65-F5344CB8AC3E}">
        <p14:creationId xmlns:p14="http://schemas.microsoft.com/office/powerpoint/2010/main" val="39053393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99D0C6-7C39-4B33-B643-4BA3FFA1A2C0}"/>
              </a:ext>
            </a:extLst>
          </p:cNvPr>
          <p:cNvSpPr>
            <a:spLocks noGrp="1"/>
          </p:cNvSpPr>
          <p:nvPr>
            <p:ph type="title"/>
          </p:nvPr>
        </p:nvSpPr>
        <p:spPr/>
        <p:txBody>
          <a:bodyPr/>
          <a:lstStyle/>
          <a:p>
            <a:r>
              <a:rPr lang="en-US" b="1" dirty="0">
                <a:ea typeface="+mj-lt"/>
                <a:cs typeface="+mj-lt"/>
              </a:rPr>
              <a:t>Organizing a Resume</a:t>
            </a:r>
            <a:endParaRPr lang="en-US" dirty="0"/>
          </a:p>
        </p:txBody>
      </p:sp>
      <p:sp>
        <p:nvSpPr>
          <p:cNvPr id="3" name="Content Placeholder 2">
            <a:extLst>
              <a:ext uri="{FF2B5EF4-FFF2-40B4-BE49-F238E27FC236}">
                <a16:creationId xmlns:a16="http://schemas.microsoft.com/office/drawing/2014/main" id="{1D33A462-3D15-4753-8F17-8A9F3420C3D3}"/>
              </a:ext>
            </a:extLst>
          </p:cNvPr>
          <p:cNvSpPr>
            <a:spLocks noGrp="1"/>
          </p:cNvSpPr>
          <p:nvPr>
            <p:ph idx="1"/>
          </p:nvPr>
        </p:nvSpPr>
        <p:spPr/>
        <p:txBody>
          <a:bodyPr vert="horz" lIns="91440" tIns="45720" rIns="91440" bIns="45720" rtlCol="0" anchor="t">
            <a:normAutofit/>
          </a:bodyPr>
          <a:lstStyle/>
          <a:p>
            <a:pPr>
              <a:buNone/>
            </a:pPr>
            <a:r>
              <a:rPr lang="en-US" b="1" dirty="0">
                <a:ea typeface="+mn-lt"/>
                <a:cs typeface="+mn-lt"/>
              </a:rPr>
              <a:t>Priority Order</a:t>
            </a:r>
            <a:endParaRPr lang="en-US" dirty="0">
              <a:ea typeface="+mn-lt"/>
              <a:cs typeface="+mn-lt"/>
            </a:endParaRPr>
          </a:p>
          <a:p>
            <a:pPr>
              <a:buNone/>
            </a:pPr>
            <a:r>
              <a:rPr lang="en-US" dirty="0">
                <a:ea typeface="+mn-lt"/>
                <a:cs typeface="+mn-lt"/>
              </a:rPr>
              <a:t>Major sections are presented in priority order—from most important to least important. Whatever you present as most important should be the information that is most important to the prospective employer. When you have impressive work experience, that experience may be more important to your employer than education. If so, place work experience before education.</a:t>
            </a:r>
          </a:p>
          <a:p>
            <a:pPr marL="0" indent="0">
              <a:buNone/>
            </a:pPr>
            <a:endParaRPr lang="en-US" dirty="0">
              <a:cs typeface="Calibri"/>
            </a:endParaRPr>
          </a:p>
        </p:txBody>
      </p:sp>
    </p:spTree>
    <p:extLst>
      <p:ext uri="{BB962C8B-B14F-4D97-AF65-F5344CB8AC3E}">
        <p14:creationId xmlns:p14="http://schemas.microsoft.com/office/powerpoint/2010/main" val="35585988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ED6D8F-A4C8-401A-B941-960334BEFB5D}"/>
              </a:ext>
            </a:extLst>
          </p:cNvPr>
          <p:cNvSpPr>
            <a:spLocks noGrp="1"/>
          </p:cNvSpPr>
          <p:nvPr>
            <p:ph type="title"/>
          </p:nvPr>
        </p:nvSpPr>
        <p:spPr/>
        <p:txBody>
          <a:bodyPr/>
          <a:lstStyle/>
          <a:p>
            <a:r>
              <a:rPr lang="en-US" b="1" dirty="0">
                <a:ea typeface="+mj-lt"/>
                <a:cs typeface="+mj-lt"/>
              </a:rPr>
              <a:t>Types of Resumes</a:t>
            </a:r>
            <a:endParaRPr lang="en-US" dirty="0"/>
          </a:p>
        </p:txBody>
      </p:sp>
      <p:sp>
        <p:nvSpPr>
          <p:cNvPr id="3" name="Content Placeholder 2">
            <a:extLst>
              <a:ext uri="{FF2B5EF4-FFF2-40B4-BE49-F238E27FC236}">
                <a16:creationId xmlns:a16="http://schemas.microsoft.com/office/drawing/2014/main" id="{11E21299-5CE0-47DE-9AED-938ACAB94208}"/>
              </a:ext>
            </a:extLst>
          </p:cNvPr>
          <p:cNvSpPr>
            <a:spLocks noGrp="1"/>
          </p:cNvSpPr>
          <p:nvPr>
            <p:ph idx="1"/>
          </p:nvPr>
        </p:nvSpPr>
        <p:spPr/>
        <p:txBody>
          <a:bodyPr vert="horz" lIns="91440" tIns="45720" rIns="91440" bIns="45720" rtlCol="0" anchor="t">
            <a:normAutofit/>
          </a:bodyPr>
          <a:lstStyle/>
          <a:p>
            <a:pPr>
              <a:buNone/>
            </a:pPr>
            <a:endParaRPr lang="en-US" b="1" dirty="0">
              <a:ea typeface="+mn-lt"/>
              <a:cs typeface="+mn-lt"/>
            </a:endParaRPr>
          </a:p>
          <a:p>
            <a:pPr marL="0" indent="0">
              <a:buNone/>
            </a:pPr>
            <a:r>
              <a:rPr lang="en-US" b="1" dirty="0">
                <a:ea typeface="+mn-lt"/>
                <a:cs typeface="+mn-lt"/>
              </a:rPr>
              <a:t>1. Chronological Resume</a:t>
            </a:r>
            <a:endParaRPr lang="en-US" dirty="0">
              <a:ea typeface="+mn-lt"/>
              <a:cs typeface="+mn-lt"/>
            </a:endParaRPr>
          </a:p>
          <a:p>
            <a:pPr indent="0">
              <a:buNone/>
            </a:pPr>
            <a:r>
              <a:rPr lang="en-US" dirty="0">
                <a:ea typeface="+mn-lt"/>
                <a:cs typeface="+mn-lt"/>
              </a:rPr>
              <a:t>This format is probably the most widely used. This type of Resume lists education and work history in reverse chronological order, with the most recent activity presented first. People with a consistent work record, (no periods of unemployment) and in positions of progressive responsibility, often choose this format. Because it is so easy to read, it is preferred by many employers.</a:t>
            </a:r>
          </a:p>
          <a:p>
            <a:pPr>
              <a:buNone/>
            </a:pPr>
            <a:endParaRPr lang="en-US">
              <a:ea typeface="+mn-lt"/>
              <a:cs typeface="+mn-lt"/>
            </a:endParaRPr>
          </a:p>
          <a:p>
            <a:pPr>
              <a:buFont typeface="Arial"/>
              <a:buChar char="•"/>
            </a:pPr>
            <a:endParaRPr lang="en-US" dirty="0">
              <a:cs typeface="Calibri" panose="020F0502020204030204"/>
            </a:endParaRPr>
          </a:p>
        </p:txBody>
      </p:sp>
    </p:spTree>
    <p:extLst>
      <p:ext uri="{BB962C8B-B14F-4D97-AF65-F5344CB8AC3E}">
        <p14:creationId xmlns:p14="http://schemas.microsoft.com/office/powerpoint/2010/main" val="31979528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A6077B-9D35-493F-994E-AC828D49CBFC}"/>
              </a:ext>
            </a:extLst>
          </p:cNvPr>
          <p:cNvSpPr>
            <a:spLocks noGrp="1"/>
          </p:cNvSpPr>
          <p:nvPr>
            <p:ph type="title"/>
          </p:nvPr>
        </p:nvSpPr>
        <p:spPr/>
        <p:txBody>
          <a:bodyPr/>
          <a:lstStyle/>
          <a:p>
            <a:r>
              <a:rPr lang="en-US" dirty="0">
                <a:cs typeface="Calibri Light"/>
              </a:rPr>
              <a:t>Types of Resumes</a:t>
            </a:r>
            <a:endParaRPr lang="en-US" dirty="0"/>
          </a:p>
        </p:txBody>
      </p:sp>
      <p:sp>
        <p:nvSpPr>
          <p:cNvPr id="3" name="Content Placeholder 2">
            <a:extLst>
              <a:ext uri="{FF2B5EF4-FFF2-40B4-BE49-F238E27FC236}">
                <a16:creationId xmlns:a16="http://schemas.microsoft.com/office/drawing/2014/main" id="{DABC87D2-573D-4213-B120-054BC2A575F7}"/>
              </a:ext>
            </a:extLst>
          </p:cNvPr>
          <p:cNvSpPr>
            <a:spLocks noGrp="1"/>
          </p:cNvSpPr>
          <p:nvPr>
            <p:ph idx="1"/>
          </p:nvPr>
        </p:nvSpPr>
        <p:spPr/>
        <p:txBody>
          <a:bodyPr vert="horz" lIns="91440" tIns="45720" rIns="91440" bIns="45720" rtlCol="0" anchor="t">
            <a:normAutofit/>
          </a:bodyPr>
          <a:lstStyle/>
          <a:p>
            <a:pPr marL="0" indent="0">
              <a:buNone/>
            </a:pPr>
            <a:r>
              <a:rPr lang="en-US" b="1">
                <a:ea typeface="+mn-lt"/>
                <a:cs typeface="+mn-lt"/>
              </a:rPr>
              <a:t>2. Functional Resume</a:t>
            </a:r>
            <a:endParaRPr lang="en-US">
              <a:ea typeface="+mn-lt"/>
              <a:cs typeface="+mn-lt"/>
            </a:endParaRPr>
          </a:p>
          <a:p>
            <a:pPr indent="0">
              <a:buNone/>
            </a:pPr>
            <a:r>
              <a:rPr lang="en-US" dirty="0">
                <a:ea typeface="+mn-lt"/>
                <a:cs typeface="+mn-lt"/>
              </a:rPr>
              <a:t>This format organizes information around a person’s unique skills, giving an applicant the opportunity to highlight his or her special abilities or experience. This resume may have a section devoted to technical skills, sales abilities, or leadership skills. Some resumes are a combination of chronological and functional resumes, highlighting special skills in one area and using a chronological presentation for the work history.</a:t>
            </a:r>
          </a:p>
          <a:p>
            <a:pPr marL="0" indent="0">
              <a:buNone/>
            </a:pPr>
            <a:endParaRPr lang="en-US" dirty="0">
              <a:cs typeface="Calibri" panose="020F0502020204030204"/>
            </a:endParaRPr>
          </a:p>
        </p:txBody>
      </p:sp>
    </p:spTree>
    <p:extLst>
      <p:ext uri="{BB962C8B-B14F-4D97-AF65-F5344CB8AC3E}">
        <p14:creationId xmlns:p14="http://schemas.microsoft.com/office/powerpoint/2010/main" val="21904848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296D41-4A37-45C2-AC4A-D45E7D9384B8}"/>
              </a:ext>
            </a:extLst>
          </p:cNvPr>
          <p:cNvSpPr>
            <a:spLocks noGrp="1"/>
          </p:cNvSpPr>
          <p:nvPr>
            <p:ph type="title"/>
          </p:nvPr>
        </p:nvSpPr>
        <p:spPr/>
        <p:txBody>
          <a:bodyPr/>
          <a:lstStyle/>
          <a:p>
            <a:r>
              <a:rPr lang="en-US" dirty="0">
                <a:cs typeface="Calibri Light"/>
              </a:rPr>
              <a:t>Types of Resumes</a:t>
            </a:r>
            <a:endParaRPr lang="en-US" dirty="0"/>
          </a:p>
        </p:txBody>
      </p:sp>
      <p:sp>
        <p:nvSpPr>
          <p:cNvPr id="3" name="Content Placeholder 2">
            <a:extLst>
              <a:ext uri="{FF2B5EF4-FFF2-40B4-BE49-F238E27FC236}">
                <a16:creationId xmlns:a16="http://schemas.microsoft.com/office/drawing/2014/main" id="{16849570-F64B-4E75-8195-010CB691EA15}"/>
              </a:ext>
            </a:extLst>
          </p:cNvPr>
          <p:cNvSpPr>
            <a:spLocks noGrp="1"/>
          </p:cNvSpPr>
          <p:nvPr>
            <p:ph idx="1"/>
          </p:nvPr>
        </p:nvSpPr>
        <p:spPr/>
        <p:txBody>
          <a:bodyPr vert="horz" lIns="91440" tIns="45720" rIns="91440" bIns="45720" rtlCol="0" anchor="t">
            <a:normAutofit/>
          </a:bodyPr>
          <a:lstStyle/>
          <a:p>
            <a:pPr marL="0" indent="0">
              <a:buNone/>
            </a:pPr>
            <a:r>
              <a:rPr lang="en-US" b="1" dirty="0">
                <a:ea typeface="+mn-lt"/>
                <a:cs typeface="+mn-lt"/>
              </a:rPr>
              <a:t>3. Electronic Resume</a:t>
            </a:r>
            <a:endParaRPr lang="en-US" dirty="0">
              <a:ea typeface="+mn-lt"/>
              <a:cs typeface="+mn-lt"/>
            </a:endParaRPr>
          </a:p>
          <a:p>
            <a:pPr indent="0">
              <a:buNone/>
            </a:pPr>
            <a:r>
              <a:rPr lang="en-US" dirty="0">
                <a:ea typeface="+mn-lt"/>
                <a:cs typeface="+mn-lt"/>
              </a:rPr>
              <a:t>Technology has changed the way people look for and apply for jobs. Today the Internet and e-mail offer electronic ways to send and post resumes. An electronic resume is a chronological or functional resume that has been reformatted so that it can be sent electronically.</a:t>
            </a:r>
            <a:endParaRPr lang="en-US">
              <a:ea typeface="+mn-lt"/>
              <a:cs typeface="+mn-lt"/>
            </a:endParaRPr>
          </a:p>
        </p:txBody>
      </p:sp>
    </p:spTree>
    <p:extLst>
      <p:ext uri="{BB962C8B-B14F-4D97-AF65-F5344CB8AC3E}">
        <p14:creationId xmlns:p14="http://schemas.microsoft.com/office/powerpoint/2010/main" val="10002530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B7CD7F-4C2F-4180-AAC2-7A8BB3E4A987}"/>
              </a:ext>
            </a:extLst>
          </p:cNvPr>
          <p:cNvSpPr>
            <a:spLocks noGrp="1"/>
          </p:cNvSpPr>
          <p:nvPr>
            <p:ph type="title"/>
          </p:nvPr>
        </p:nvSpPr>
        <p:spPr/>
        <p:txBody>
          <a:bodyPr/>
          <a:lstStyle/>
          <a:p>
            <a:r>
              <a:rPr lang="en-US" dirty="0">
                <a:cs typeface="Calibri Light"/>
              </a:rPr>
              <a:t>Types of Resumes(</a:t>
            </a:r>
            <a:r>
              <a:rPr lang="en-US" b="1" dirty="0">
                <a:ea typeface="+mj-lt"/>
                <a:cs typeface="+mj-lt"/>
              </a:rPr>
              <a:t>Electronic Resume)</a:t>
            </a:r>
            <a:endParaRPr lang="en-US" dirty="0">
              <a:ea typeface="+mj-lt"/>
              <a:cs typeface="+mj-lt"/>
            </a:endParaRPr>
          </a:p>
        </p:txBody>
      </p:sp>
      <p:sp>
        <p:nvSpPr>
          <p:cNvPr id="3" name="Content Placeholder 2">
            <a:extLst>
              <a:ext uri="{FF2B5EF4-FFF2-40B4-BE49-F238E27FC236}">
                <a16:creationId xmlns:a16="http://schemas.microsoft.com/office/drawing/2014/main" id="{39B18D8E-D911-4115-AC7D-7C6C18E5A987}"/>
              </a:ext>
            </a:extLst>
          </p:cNvPr>
          <p:cNvSpPr>
            <a:spLocks noGrp="1"/>
          </p:cNvSpPr>
          <p:nvPr>
            <p:ph idx="1"/>
          </p:nvPr>
        </p:nvSpPr>
        <p:spPr/>
        <p:txBody>
          <a:bodyPr vert="horz" lIns="91440" tIns="45720" rIns="91440" bIns="45720" rtlCol="0" anchor="t">
            <a:normAutofit/>
          </a:bodyPr>
          <a:lstStyle/>
          <a:p>
            <a:pPr marL="0" indent="0">
              <a:buNone/>
            </a:pPr>
            <a:r>
              <a:rPr lang="en-US" b="1" dirty="0">
                <a:ea typeface="+mn-lt"/>
                <a:cs typeface="+mn-lt"/>
              </a:rPr>
              <a:t>a. E-mail Resume</a:t>
            </a:r>
            <a:endParaRPr lang="en-US" dirty="0">
              <a:ea typeface="+mn-lt"/>
              <a:cs typeface="+mn-lt"/>
            </a:endParaRPr>
          </a:p>
          <a:p>
            <a:pPr indent="0">
              <a:buNone/>
            </a:pPr>
            <a:r>
              <a:rPr lang="en-US" dirty="0">
                <a:ea typeface="+mn-lt"/>
                <a:cs typeface="+mn-lt"/>
              </a:rPr>
              <a:t>When sending an e-mail resume, whenever possible, you should send it as an attachment that saves your formatting. Let your employer know what software program and version you used to create the document. When possible, ask whether another program is preferred. If the company to which you are applying has the same word processing program you used to create the resume, sending an attachment is the best option. This way, there is little difference in the actual appearance of the electronic resume and the print resume. The only difference is how the resume is sent.</a:t>
            </a:r>
          </a:p>
          <a:p>
            <a:pPr marL="0" indent="0">
              <a:buNone/>
            </a:pPr>
            <a:endParaRPr lang="en-US" dirty="0">
              <a:ea typeface="+mn-lt"/>
              <a:cs typeface="+mn-lt"/>
            </a:endParaRPr>
          </a:p>
          <a:p>
            <a:pPr marL="0" indent="0">
              <a:buNone/>
            </a:pPr>
            <a:endParaRPr lang="en-US" dirty="0">
              <a:cs typeface="Calibri"/>
            </a:endParaRPr>
          </a:p>
        </p:txBody>
      </p:sp>
    </p:spTree>
    <p:extLst>
      <p:ext uri="{BB962C8B-B14F-4D97-AF65-F5344CB8AC3E}">
        <p14:creationId xmlns:p14="http://schemas.microsoft.com/office/powerpoint/2010/main" val="9308260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3D4B82-C638-4498-8747-DDDB2207F1B0}"/>
              </a:ext>
            </a:extLst>
          </p:cNvPr>
          <p:cNvSpPr>
            <a:spLocks noGrp="1"/>
          </p:cNvSpPr>
          <p:nvPr>
            <p:ph type="title"/>
          </p:nvPr>
        </p:nvSpPr>
        <p:spPr/>
        <p:txBody>
          <a:bodyPr/>
          <a:lstStyle/>
          <a:p>
            <a:r>
              <a:rPr lang="en-US" dirty="0">
                <a:ea typeface="+mj-lt"/>
                <a:cs typeface="+mj-lt"/>
              </a:rPr>
              <a:t>Types of Resumes(</a:t>
            </a:r>
            <a:r>
              <a:rPr lang="en-US" b="1" dirty="0">
                <a:ea typeface="+mj-lt"/>
                <a:cs typeface="+mj-lt"/>
              </a:rPr>
              <a:t>Electronic Resume)</a:t>
            </a:r>
            <a:endParaRPr lang="en-US" dirty="0"/>
          </a:p>
        </p:txBody>
      </p:sp>
      <p:sp>
        <p:nvSpPr>
          <p:cNvPr id="3" name="Content Placeholder 2">
            <a:extLst>
              <a:ext uri="{FF2B5EF4-FFF2-40B4-BE49-F238E27FC236}">
                <a16:creationId xmlns:a16="http://schemas.microsoft.com/office/drawing/2014/main" id="{37908D17-E6EC-4346-9FD7-1DF3E33535F3}"/>
              </a:ext>
            </a:extLst>
          </p:cNvPr>
          <p:cNvSpPr>
            <a:spLocks noGrp="1"/>
          </p:cNvSpPr>
          <p:nvPr>
            <p:ph idx="1"/>
          </p:nvPr>
        </p:nvSpPr>
        <p:spPr/>
        <p:txBody>
          <a:bodyPr vert="horz" lIns="91440" tIns="45720" rIns="91440" bIns="45720" rtlCol="0" anchor="t">
            <a:normAutofit lnSpcReduction="10000"/>
          </a:bodyPr>
          <a:lstStyle/>
          <a:p>
            <a:pPr marL="0" indent="0">
              <a:buNone/>
            </a:pPr>
            <a:r>
              <a:rPr lang="en-US" b="1" dirty="0">
                <a:ea typeface="+mn-lt"/>
                <a:cs typeface="+mn-lt"/>
              </a:rPr>
              <a:t>b. ASCII Text File</a:t>
            </a:r>
            <a:endParaRPr lang="en-US" dirty="0">
              <a:ea typeface="+mn-lt"/>
              <a:cs typeface="+mn-lt"/>
            </a:endParaRPr>
          </a:p>
          <a:p>
            <a:pPr indent="0">
              <a:buNone/>
            </a:pPr>
            <a:r>
              <a:rPr lang="en-US" dirty="0">
                <a:ea typeface="+mn-lt"/>
                <a:cs typeface="+mn-lt"/>
              </a:rPr>
              <a:t>One option is to send the document as part of the e-mail message. In this case, the employer receives the resume, but it may look jumbled with strange characters when the employer opens the e-mail. To prevent the resume from looking jumbled, key the resume as an ASCII (American Standard Code for Information Interchange, pronounced ask-</a:t>
            </a:r>
            <a:r>
              <a:rPr lang="en-US" dirty="0" err="1">
                <a:ea typeface="+mn-lt"/>
                <a:cs typeface="+mn-lt"/>
              </a:rPr>
              <a:t>ee</a:t>
            </a:r>
            <a:r>
              <a:rPr lang="en-US" dirty="0">
                <a:ea typeface="+mn-lt"/>
                <a:cs typeface="+mn-lt"/>
              </a:rPr>
              <a:t>) text file. A text file can be opened regardless of the word processing program used. Most word processing programs allow you to save a document as a text (.txt) file, often referred to as a plain text file because of its simple, plain appearance. The disadvantage of a text file is the loss of formatting in a carefully designed print resume.</a:t>
            </a:r>
          </a:p>
          <a:p>
            <a:pPr marL="0" indent="0">
              <a:buNone/>
            </a:pPr>
            <a:endParaRPr lang="en-US" dirty="0">
              <a:cs typeface="Calibri" panose="020F0502020204030204"/>
            </a:endParaRPr>
          </a:p>
        </p:txBody>
      </p:sp>
    </p:spTree>
    <p:extLst>
      <p:ext uri="{BB962C8B-B14F-4D97-AF65-F5344CB8AC3E}">
        <p14:creationId xmlns:p14="http://schemas.microsoft.com/office/powerpoint/2010/main" val="1567326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86727D-338D-46C3-A6DB-75EB8ABEDEA1}"/>
              </a:ext>
            </a:extLst>
          </p:cNvPr>
          <p:cNvSpPr>
            <a:spLocks noGrp="1"/>
          </p:cNvSpPr>
          <p:nvPr>
            <p:ph type="title"/>
          </p:nvPr>
        </p:nvSpPr>
        <p:spPr>
          <a:xfrm>
            <a:off x="838200" y="365125"/>
            <a:ext cx="10515600" cy="951752"/>
          </a:xfrm>
        </p:spPr>
        <p:txBody>
          <a:bodyPr/>
          <a:lstStyle/>
          <a:p>
            <a:r>
              <a:rPr lang="en-US" dirty="0">
                <a:ea typeface="+mj-lt"/>
                <a:cs typeface="+mj-lt"/>
              </a:rPr>
              <a:t>Types of Resumes(</a:t>
            </a:r>
            <a:r>
              <a:rPr lang="en-US" b="1" dirty="0">
                <a:ea typeface="+mj-lt"/>
                <a:cs typeface="+mj-lt"/>
              </a:rPr>
              <a:t>Electronic Resume)</a:t>
            </a:r>
            <a:endParaRPr lang="en-US" dirty="0"/>
          </a:p>
        </p:txBody>
      </p:sp>
      <p:sp>
        <p:nvSpPr>
          <p:cNvPr id="3" name="Content Placeholder 2">
            <a:extLst>
              <a:ext uri="{FF2B5EF4-FFF2-40B4-BE49-F238E27FC236}">
                <a16:creationId xmlns:a16="http://schemas.microsoft.com/office/drawing/2014/main" id="{48B5227D-245F-4F4E-9E11-57935C24E6DA}"/>
              </a:ext>
            </a:extLst>
          </p:cNvPr>
          <p:cNvSpPr>
            <a:spLocks noGrp="1"/>
          </p:cNvSpPr>
          <p:nvPr>
            <p:ph idx="1"/>
          </p:nvPr>
        </p:nvSpPr>
        <p:spPr>
          <a:xfrm>
            <a:off x="838200" y="1193022"/>
            <a:ext cx="10515600" cy="5415261"/>
          </a:xfrm>
        </p:spPr>
        <p:txBody>
          <a:bodyPr vert="horz" lIns="91440" tIns="45720" rIns="91440" bIns="45720" rtlCol="0" anchor="t">
            <a:normAutofit fontScale="92500" lnSpcReduction="10000"/>
          </a:bodyPr>
          <a:lstStyle/>
          <a:p>
            <a:pPr marL="0" indent="0">
              <a:buNone/>
            </a:pPr>
            <a:r>
              <a:rPr lang="en-US" b="1" dirty="0">
                <a:ea typeface="+mn-lt"/>
                <a:cs typeface="+mn-lt"/>
              </a:rPr>
              <a:t>c. Scannable Resume</a:t>
            </a:r>
            <a:endParaRPr lang="en-US" dirty="0">
              <a:ea typeface="+mn-lt"/>
              <a:cs typeface="+mn-lt"/>
            </a:endParaRPr>
          </a:p>
          <a:p>
            <a:pPr indent="0">
              <a:buNone/>
            </a:pPr>
            <a:r>
              <a:rPr lang="en-US" dirty="0">
                <a:ea typeface="+mn-lt"/>
                <a:cs typeface="+mn-lt"/>
              </a:rPr>
              <a:t>Scannable resumes are mailed as a print document, sent as an e-mail, or posted online to be scanned electronically for keywords, significant words that are included in the job announcement. A keyword search compares qualifications on the resume to qualifications the employer needs and determines whether the resume has enough matches to warrant a closer reading. If you are unsure whether a potential employer can read your word processing program, send the file as a text file. If you are confident that the employer will be able to read your word processing program, submit your resume as a word processing document and format your resume for an optical scanner.</a:t>
            </a:r>
          </a:p>
          <a:p>
            <a:pPr marL="0" indent="0">
              <a:buNone/>
            </a:pPr>
            <a:r>
              <a:rPr lang="en-US" b="1" dirty="0">
                <a:ea typeface="+mn-lt"/>
                <a:cs typeface="+mn-lt"/>
              </a:rPr>
              <a:t>d. Online Resume</a:t>
            </a:r>
            <a:endParaRPr lang="en-US" dirty="0">
              <a:ea typeface="+mn-lt"/>
              <a:cs typeface="+mn-lt"/>
            </a:endParaRPr>
          </a:p>
          <a:p>
            <a:pPr indent="0">
              <a:buNone/>
            </a:pPr>
            <a:r>
              <a:rPr lang="en-US" dirty="0">
                <a:ea typeface="+mn-lt"/>
                <a:cs typeface="+mn-lt"/>
              </a:rPr>
              <a:t>An online resume is posted on a website. Typically, it is one you create, one your company or school hosts, or one sponsored by a web-based job-hunting like dubizzle.com.</a:t>
            </a:r>
          </a:p>
          <a:p>
            <a:pPr marL="0" indent="0">
              <a:buNone/>
            </a:pPr>
            <a:endParaRPr lang="en-US" dirty="0">
              <a:cs typeface="Calibri" panose="020F0502020204030204"/>
            </a:endParaRPr>
          </a:p>
        </p:txBody>
      </p:sp>
    </p:spTree>
    <p:extLst>
      <p:ext uri="{BB962C8B-B14F-4D97-AF65-F5344CB8AC3E}">
        <p14:creationId xmlns:p14="http://schemas.microsoft.com/office/powerpoint/2010/main" val="29329447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FC415C-7FCA-4CEE-8308-350244F5269C}"/>
              </a:ext>
            </a:extLst>
          </p:cNvPr>
          <p:cNvSpPr>
            <a:spLocks noGrp="1"/>
          </p:cNvSpPr>
          <p:nvPr>
            <p:ph type="title"/>
          </p:nvPr>
        </p:nvSpPr>
        <p:spPr/>
        <p:txBody>
          <a:bodyPr/>
          <a:lstStyle/>
          <a:p>
            <a:r>
              <a:rPr lang="en-US" dirty="0">
                <a:cs typeface="Calibri Light"/>
              </a:rPr>
              <a:t>CV Format</a:t>
            </a:r>
            <a:endParaRPr lang="en-US" dirty="0"/>
          </a:p>
        </p:txBody>
      </p:sp>
      <p:sp>
        <p:nvSpPr>
          <p:cNvPr id="3" name="Content Placeholder 2">
            <a:extLst>
              <a:ext uri="{FF2B5EF4-FFF2-40B4-BE49-F238E27FC236}">
                <a16:creationId xmlns:a16="http://schemas.microsoft.com/office/drawing/2014/main" id="{F6B765AF-F339-4ED9-AB5A-D7E03DDB5472}"/>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7957464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B0B8F2-0BEA-4B97-B548-096B276C38BA}"/>
              </a:ext>
            </a:extLst>
          </p:cNvPr>
          <p:cNvSpPr>
            <a:spLocks noGrp="1"/>
          </p:cNvSpPr>
          <p:nvPr>
            <p:ph type="title"/>
          </p:nvPr>
        </p:nvSpPr>
        <p:spPr/>
        <p:txBody>
          <a:bodyPr/>
          <a:lstStyle/>
          <a:p>
            <a:r>
              <a:rPr lang="en-US" dirty="0">
                <a:cs typeface="Calibri Light"/>
              </a:rPr>
              <a:t>Employment Letters</a:t>
            </a:r>
            <a:endParaRPr lang="en-US" dirty="0"/>
          </a:p>
        </p:txBody>
      </p:sp>
      <p:sp>
        <p:nvSpPr>
          <p:cNvPr id="3" name="Content Placeholder 2">
            <a:extLst>
              <a:ext uri="{FF2B5EF4-FFF2-40B4-BE49-F238E27FC236}">
                <a16:creationId xmlns:a16="http://schemas.microsoft.com/office/drawing/2014/main" id="{1AF196CC-4174-4A42-A843-2B60361B29B6}"/>
              </a:ext>
            </a:extLst>
          </p:cNvPr>
          <p:cNvSpPr>
            <a:spLocks noGrp="1"/>
          </p:cNvSpPr>
          <p:nvPr>
            <p:ph idx="1"/>
          </p:nvPr>
        </p:nvSpPr>
        <p:spPr/>
        <p:txBody>
          <a:bodyPr vert="horz" lIns="91440" tIns="45720" rIns="91440" bIns="45720" rtlCol="0" anchor="t">
            <a:normAutofit/>
          </a:bodyPr>
          <a:lstStyle/>
          <a:p>
            <a:pPr>
              <a:buNone/>
            </a:pPr>
            <a:r>
              <a:rPr lang="en-US" b="1" dirty="0">
                <a:ea typeface="+mn-lt"/>
                <a:cs typeface="+mn-lt"/>
              </a:rPr>
              <a:t>1. Cover Letter</a:t>
            </a:r>
            <a:endParaRPr lang="en-US" b="1" dirty="0">
              <a:cs typeface="Calibri"/>
            </a:endParaRPr>
          </a:p>
          <a:p>
            <a:pPr>
              <a:buNone/>
            </a:pPr>
            <a:r>
              <a:rPr lang="en-US" dirty="0">
                <a:ea typeface="+mn-lt"/>
                <a:cs typeface="+mn-lt"/>
              </a:rPr>
              <a:t>A cover letter is a sales letter. It is a persuasive letter that sells you as the product or service. A cover letter is composed of an opening (an attention-getter or a hook), a summary of qualifications (the proof or sell), and a request for an interview (motivation to action).</a:t>
            </a:r>
            <a:endParaRPr lang="en-US" dirty="0">
              <a:cs typeface="Calibri"/>
            </a:endParaRPr>
          </a:p>
        </p:txBody>
      </p:sp>
    </p:spTree>
    <p:extLst>
      <p:ext uri="{BB962C8B-B14F-4D97-AF65-F5344CB8AC3E}">
        <p14:creationId xmlns:p14="http://schemas.microsoft.com/office/powerpoint/2010/main" val="6259945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39767A-15E1-4871-A8D3-AC6F5DDA88AB}"/>
              </a:ext>
            </a:extLst>
          </p:cNvPr>
          <p:cNvSpPr>
            <a:spLocks noGrp="1"/>
          </p:cNvSpPr>
          <p:nvPr>
            <p:ph type="title"/>
          </p:nvPr>
        </p:nvSpPr>
        <p:spPr/>
        <p:txBody>
          <a:bodyPr/>
          <a:lstStyle/>
          <a:p>
            <a:r>
              <a:rPr lang="en-US" dirty="0">
                <a:cs typeface="Calibri Light"/>
              </a:rPr>
              <a:t>Cover Letter</a:t>
            </a:r>
            <a:endParaRPr lang="en-US" dirty="0"/>
          </a:p>
        </p:txBody>
      </p:sp>
      <p:sp>
        <p:nvSpPr>
          <p:cNvPr id="3" name="Content Placeholder 2">
            <a:extLst>
              <a:ext uri="{FF2B5EF4-FFF2-40B4-BE49-F238E27FC236}">
                <a16:creationId xmlns:a16="http://schemas.microsoft.com/office/drawing/2014/main" id="{775BE3A7-23CD-4041-BAEA-612F7EA94ABA}"/>
              </a:ext>
            </a:extLst>
          </p:cNvPr>
          <p:cNvSpPr>
            <a:spLocks noGrp="1"/>
          </p:cNvSpPr>
          <p:nvPr>
            <p:ph idx="1"/>
          </p:nvPr>
        </p:nvSpPr>
        <p:spPr/>
        <p:txBody>
          <a:bodyPr vert="horz" lIns="91440" tIns="45720" rIns="91440" bIns="45720" rtlCol="0" anchor="t">
            <a:normAutofit/>
          </a:bodyPr>
          <a:lstStyle/>
          <a:p>
            <a:pPr>
              <a:buNone/>
            </a:pPr>
            <a:r>
              <a:rPr lang="en-US" dirty="0">
                <a:ea typeface="+mn-lt"/>
                <a:cs typeface="+mn-lt"/>
              </a:rPr>
              <a:t>A</a:t>
            </a:r>
            <a:r>
              <a:rPr lang="en-US" b="1" dirty="0">
                <a:ea typeface="+mn-lt"/>
                <a:cs typeface="+mn-lt"/>
              </a:rPr>
              <a:t>. Opening</a:t>
            </a:r>
            <a:endParaRPr lang="en-US" b="1" dirty="0"/>
          </a:p>
          <a:p>
            <a:pPr>
              <a:buNone/>
            </a:pPr>
            <a:r>
              <a:rPr lang="en-US" dirty="0">
                <a:ea typeface="+mn-lt"/>
                <a:cs typeface="+mn-lt"/>
              </a:rPr>
              <a:t>The first paragraph should grab the reader’s attention by:</a:t>
            </a:r>
            <a:endParaRPr lang="en-US" dirty="0"/>
          </a:p>
          <a:p>
            <a:pPr>
              <a:buNone/>
            </a:pPr>
            <a:r>
              <a:rPr lang="en-US" dirty="0">
                <a:ea typeface="+mn-lt"/>
                <a:cs typeface="+mn-lt"/>
              </a:rPr>
              <a:t>1. Stating your interest in the job.</a:t>
            </a:r>
            <a:endParaRPr lang="en-US" dirty="0"/>
          </a:p>
          <a:p>
            <a:pPr>
              <a:buNone/>
            </a:pPr>
            <a:r>
              <a:rPr lang="en-US" dirty="0">
                <a:ea typeface="+mn-lt"/>
                <a:cs typeface="+mn-lt"/>
              </a:rPr>
              <a:t>2. Describing your qualifications in a way that sets you apart from other applicants.</a:t>
            </a:r>
            <a:endParaRPr lang="en-US" dirty="0"/>
          </a:p>
          <a:p>
            <a:pPr>
              <a:buNone/>
            </a:pPr>
            <a:r>
              <a:rPr lang="en-US" dirty="0">
                <a:ea typeface="+mn-lt"/>
                <a:cs typeface="+mn-lt"/>
              </a:rPr>
              <a:t>3. Explaining how you found out about the job.</a:t>
            </a:r>
            <a:endParaRPr lang="en-US" dirty="0"/>
          </a:p>
          <a:p>
            <a:pPr marL="0" indent="0">
              <a:buNone/>
            </a:pPr>
            <a:r>
              <a:rPr lang="en-US" dirty="0">
                <a:ea typeface="+mn-lt"/>
                <a:cs typeface="+mn-lt"/>
              </a:rPr>
              <a:t>4. Quickly summarizing your major qualifications for the job.</a:t>
            </a:r>
            <a:endParaRPr lang="en-US" dirty="0"/>
          </a:p>
        </p:txBody>
      </p:sp>
    </p:spTree>
    <p:extLst>
      <p:ext uri="{BB962C8B-B14F-4D97-AF65-F5344CB8AC3E}">
        <p14:creationId xmlns:p14="http://schemas.microsoft.com/office/powerpoint/2010/main" val="9979107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EF3E9E-C3FD-4E2E-8C1D-06406ED12E56}"/>
              </a:ext>
            </a:extLst>
          </p:cNvPr>
          <p:cNvSpPr>
            <a:spLocks noGrp="1"/>
          </p:cNvSpPr>
          <p:nvPr>
            <p:ph type="title"/>
          </p:nvPr>
        </p:nvSpPr>
        <p:spPr/>
        <p:txBody>
          <a:bodyPr/>
          <a:lstStyle/>
          <a:p>
            <a:r>
              <a:rPr lang="en-US" dirty="0">
                <a:ea typeface="+mj-lt"/>
                <a:cs typeface="+mj-lt"/>
              </a:rPr>
              <a:t>Cover Letter</a:t>
            </a:r>
            <a:endParaRPr lang="en-US" dirty="0"/>
          </a:p>
        </p:txBody>
      </p:sp>
      <p:sp>
        <p:nvSpPr>
          <p:cNvPr id="3" name="Content Placeholder 2">
            <a:extLst>
              <a:ext uri="{FF2B5EF4-FFF2-40B4-BE49-F238E27FC236}">
                <a16:creationId xmlns:a16="http://schemas.microsoft.com/office/drawing/2014/main" id="{B9BB17A3-D886-44AA-8853-BDF214A81D9B}"/>
              </a:ext>
            </a:extLst>
          </p:cNvPr>
          <p:cNvSpPr>
            <a:spLocks noGrp="1"/>
          </p:cNvSpPr>
          <p:nvPr>
            <p:ph idx="1"/>
          </p:nvPr>
        </p:nvSpPr>
        <p:spPr/>
        <p:txBody>
          <a:bodyPr vert="horz" lIns="91440" tIns="45720" rIns="91440" bIns="45720" rtlCol="0" anchor="t">
            <a:normAutofit fontScale="92500"/>
          </a:bodyPr>
          <a:lstStyle/>
          <a:p>
            <a:pPr>
              <a:buNone/>
            </a:pPr>
            <a:r>
              <a:rPr lang="en-US" b="1" dirty="0">
                <a:ea typeface="+mn-lt"/>
                <a:cs typeface="+mn-lt"/>
              </a:rPr>
              <a:t>B. Summary of Qualifications</a:t>
            </a:r>
            <a:endParaRPr lang="en-US" b="1" dirty="0"/>
          </a:p>
          <a:p>
            <a:pPr>
              <a:buNone/>
            </a:pPr>
            <a:r>
              <a:rPr lang="en-US" dirty="0">
                <a:ea typeface="+mn-lt"/>
                <a:cs typeface="+mn-lt"/>
              </a:rPr>
              <a:t>The second and third paragraphs justify your claim that you can work for the</a:t>
            </a:r>
            <a:endParaRPr lang="en-US" dirty="0"/>
          </a:p>
          <a:p>
            <a:pPr>
              <a:buNone/>
            </a:pPr>
            <a:r>
              <a:rPr lang="en-US" dirty="0">
                <a:ea typeface="+mn-lt"/>
                <a:cs typeface="+mn-lt"/>
              </a:rPr>
              <a:t>company by proving your credentials. The letter is not meant to be a copy of</a:t>
            </a:r>
            <a:endParaRPr lang="en-US" dirty="0"/>
          </a:p>
          <a:p>
            <a:pPr>
              <a:buNone/>
            </a:pPr>
            <a:r>
              <a:rPr lang="en-US" dirty="0">
                <a:ea typeface="+mn-lt"/>
                <a:cs typeface="+mn-lt"/>
              </a:rPr>
              <a:t>your resume. The letter should emphasize qualifications but not repeat the</a:t>
            </a:r>
            <a:endParaRPr lang="en-US" dirty="0"/>
          </a:p>
          <a:p>
            <a:pPr>
              <a:buNone/>
            </a:pPr>
            <a:r>
              <a:rPr lang="en-US" dirty="0">
                <a:ea typeface="+mn-lt"/>
                <a:cs typeface="+mn-lt"/>
              </a:rPr>
              <a:t>resume word for word. To provide proof that you can perform the job:</a:t>
            </a:r>
            <a:endParaRPr lang="en-US" dirty="0"/>
          </a:p>
          <a:p>
            <a:pPr>
              <a:buNone/>
            </a:pPr>
            <a:r>
              <a:rPr lang="en-US" dirty="0">
                <a:ea typeface="+mn-lt"/>
                <a:cs typeface="+mn-lt"/>
              </a:rPr>
              <a:t>1. Describe your education.</a:t>
            </a:r>
            <a:endParaRPr lang="en-US" dirty="0"/>
          </a:p>
          <a:p>
            <a:pPr>
              <a:buNone/>
            </a:pPr>
            <a:r>
              <a:rPr lang="en-US" dirty="0">
                <a:ea typeface="+mn-lt"/>
                <a:cs typeface="+mn-lt"/>
              </a:rPr>
              <a:t>2. Describe appropriate work experience.</a:t>
            </a:r>
            <a:endParaRPr lang="en-US" dirty="0"/>
          </a:p>
          <a:p>
            <a:pPr>
              <a:buNone/>
            </a:pPr>
            <a:r>
              <a:rPr lang="en-US" dirty="0">
                <a:ea typeface="+mn-lt"/>
                <a:cs typeface="+mn-lt"/>
              </a:rPr>
              <a:t>3. Describe related skills.</a:t>
            </a:r>
            <a:endParaRPr lang="en-US" dirty="0"/>
          </a:p>
          <a:p>
            <a:pPr marL="0" indent="0">
              <a:buNone/>
            </a:pPr>
            <a:r>
              <a:rPr lang="en-US" dirty="0">
                <a:ea typeface="+mn-lt"/>
                <a:cs typeface="+mn-lt"/>
              </a:rPr>
              <a:t>4. Explain some of your abilities that you do not mention in your resume.</a:t>
            </a:r>
            <a:endParaRPr lang="en-US" dirty="0"/>
          </a:p>
        </p:txBody>
      </p:sp>
    </p:spTree>
    <p:extLst>
      <p:ext uri="{BB962C8B-B14F-4D97-AF65-F5344CB8AC3E}">
        <p14:creationId xmlns:p14="http://schemas.microsoft.com/office/powerpoint/2010/main" val="13947293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6978B4-2670-48B2-94C3-09B1AD745A58}"/>
              </a:ext>
            </a:extLst>
          </p:cNvPr>
          <p:cNvSpPr>
            <a:spLocks noGrp="1"/>
          </p:cNvSpPr>
          <p:nvPr>
            <p:ph type="title"/>
          </p:nvPr>
        </p:nvSpPr>
        <p:spPr/>
        <p:txBody>
          <a:bodyPr/>
          <a:lstStyle/>
          <a:p>
            <a:r>
              <a:rPr lang="en-US" dirty="0">
                <a:cs typeface="Calibri Light"/>
              </a:rPr>
              <a:t>Cover Letter</a:t>
            </a:r>
            <a:endParaRPr lang="en-US" dirty="0"/>
          </a:p>
        </p:txBody>
      </p:sp>
      <p:sp>
        <p:nvSpPr>
          <p:cNvPr id="3" name="Content Placeholder 2">
            <a:extLst>
              <a:ext uri="{FF2B5EF4-FFF2-40B4-BE49-F238E27FC236}">
                <a16:creationId xmlns:a16="http://schemas.microsoft.com/office/drawing/2014/main" id="{E6F0BC0A-FA67-435B-8F1A-FF2A1000FA3C}"/>
              </a:ext>
            </a:extLst>
          </p:cNvPr>
          <p:cNvSpPr>
            <a:spLocks noGrp="1"/>
          </p:cNvSpPr>
          <p:nvPr>
            <p:ph idx="1"/>
          </p:nvPr>
        </p:nvSpPr>
        <p:spPr/>
        <p:txBody>
          <a:bodyPr vert="horz" lIns="91440" tIns="45720" rIns="91440" bIns="45720" rtlCol="0" anchor="t">
            <a:normAutofit/>
          </a:bodyPr>
          <a:lstStyle/>
          <a:p>
            <a:pPr>
              <a:buNone/>
            </a:pPr>
            <a:r>
              <a:rPr lang="en-US" b="1" dirty="0">
                <a:ea typeface="+mn-lt"/>
                <a:cs typeface="+mn-lt"/>
              </a:rPr>
              <a:t>C. Request for Interview</a:t>
            </a:r>
          </a:p>
          <a:p>
            <a:pPr>
              <a:buNone/>
            </a:pPr>
            <a:r>
              <a:rPr lang="en-US" dirty="0">
                <a:ea typeface="+mn-lt"/>
                <a:cs typeface="+mn-lt"/>
              </a:rPr>
              <a:t>The last paragraph in the cover letter motivates the reader to action by asking for an interview and making it convenient to contact you. Make sure you:</a:t>
            </a:r>
          </a:p>
          <a:p>
            <a:pPr>
              <a:buNone/>
            </a:pPr>
            <a:r>
              <a:rPr lang="en-US" dirty="0">
                <a:ea typeface="+mn-lt"/>
                <a:cs typeface="+mn-lt"/>
              </a:rPr>
              <a:t>1. Refer to the enclosed resume.</a:t>
            </a:r>
          </a:p>
          <a:p>
            <a:pPr>
              <a:buNone/>
            </a:pPr>
            <a:r>
              <a:rPr lang="en-US" dirty="0">
                <a:ea typeface="+mn-lt"/>
                <a:cs typeface="+mn-lt"/>
              </a:rPr>
              <a:t>2. Ask for an interview.</a:t>
            </a:r>
          </a:p>
          <a:p>
            <a:pPr>
              <a:buNone/>
            </a:pPr>
            <a:r>
              <a:rPr lang="en-US" dirty="0">
                <a:ea typeface="+mn-lt"/>
                <a:cs typeface="+mn-lt"/>
              </a:rPr>
              <a:t>3. Tell how and when you can be reached by including your phone number(s) and/or e-mail address.</a:t>
            </a:r>
          </a:p>
        </p:txBody>
      </p:sp>
    </p:spTree>
    <p:extLst>
      <p:ext uri="{BB962C8B-B14F-4D97-AF65-F5344CB8AC3E}">
        <p14:creationId xmlns:p14="http://schemas.microsoft.com/office/powerpoint/2010/main" val="2487548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E7F579-68D8-4579-8BEF-2664942224E7}"/>
              </a:ext>
            </a:extLst>
          </p:cNvPr>
          <p:cNvSpPr>
            <a:spLocks noGrp="1"/>
          </p:cNvSpPr>
          <p:nvPr>
            <p:ph type="title"/>
          </p:nvPr>
        </p:nvSpPr>
        <p:spPr/>
        <p:txBody>
          <a:bodyPr/>
          <a:lstStyle/>
          <a:p>
            <a:r>
              <a:rPr lang="en-US" b="1" dirty="0">
                <a:ea typeface="+mj-lt"/>
                <a:cs typeface="+mj-lt"/>
              </a:rPr>
              <a:t>Follow-Up Letter</a:t>
            </a:r>
            <a:endParaRPr lang="en-US" dirty="0"/>
          </a:p>
        </p:txBody>
      </p:sp>
      <p:sp>
        <p:nvSpPr>
          <p:cNvPr id="3" name="Content Placeholder 2">
            <a:extLst>
              <a:ext uri="{FF2B5EF4-FFF2-40B4-BE49-F238E27FC236}">
                <a16:creationId xmlns:a16="http://schemas.microsoft.com/office/drawing/2014/main" id="{8FC89617-0C7F-4651-BBD2-D444FA025464}"/>
              </a:ext>
            </a:extLst>
          </p:cNvPr>
          <p:cNvSpPr>
            <a:spLocks noGrp="1"/>
          </p:cNvSpPr>
          <p:nvPr>
            <p:ph idx="1"/>
          </p:nvPr>
        </p:nvSpPr>
        <p:spPr>
          <a:xfrm>
            <a:off x="838200" y="1538078"/>
            <a:ext cx="10515600" cy="5127715"/>
          </a:xfrm>
        </p:spPr>
        <p:txBody>
          <a:bodyPr vert="horz" lIns="91440" tIns="45720" rIns="91440" bIns="45720" rtlCol="0" anchor="t">
            <a:normAutofit/>
          </a:bodyPr>
          <a:lstStyle/>
          <a:p>
            <a:pPr>
              <a:buNone/>
            </a:pPr>
            <a:r>
              <a:rPr lang="en-US" dirty="0">
                <a:ea typeface="+mn-lt"/>
                <a:cs typeface="+mn-lt"/>
              </a:rPr>
              <a:t>You send a follow-up letter, sometimes known as a thank-you letter, immediately after a job interview. The follow-up letter should:</a:t>
            </a:r>
            <a:endParaRPr lang="en-US" b="1" dirty="0">
              <a:ea typeface="+mn-lt"/>
              <a:cs typeface="+mn-lt"/>
            </a:endParaRPr>
          </a:p>
          <a:p>
            <a:pPr>
              <a:buNone/>
            </a:pPr>
            <a:r>
              <a:rPr lang="en-US" dirty="0">
                <a:ea typeface="+mn-lt"/>
                <a:cs typeface="+mn-lt"/>
              </a:rPr>
              <a:t>1. Thank the employer for the interview.</a:t>
            </a:r>
          </a:p>
          <a:p>
            <a:pPr>
              <a:buNone/>
            </a:pPr>
            <a:r>
              <a:rPr lang="en-US" dirty="0">
                <a:ea typeface="+mn-lt"/>
                <a:cs typeface="+mn-lt"/>
              </a:rPr>
              <a:t>2. Remind the employer of something positive that was said or that took place during the interview.</a:t>
            </a:r>
          </a:p>
          <a:p>
            <a:pPr>
              <a:buNone/>
            </a:pPr>
            <a:r>
              <a:rPr lang="en-US" dirty="0">
                <a:ea typeface="+mn-lt"/>
                <a:cs typeface="+mn-lt"/>
              </a:rPr>
              <a:t>3. Explain why you are the best candidate for the job.</a:t>
            </a:r>
          </a:p>
          <a:p>
            <a:pPr>
              <a:buNone/>
            </a:pPr>
            <a:r>
              <a:rPr lang="en-US" dirty="0">
                <a:ea typeface="+mn-lt"/>
                <a:cs typeface="+mn-lt"/>
              </a:rPr>
              <a:t>4. Express continuing interest in the job.</a:t>
            </a:r>
          </a:p>
          <a:p>
            <a:pPr>
              <a:buNone/>
            </a:pPr>
            <a:r>
              <a:rPr lang="en-US" dirty="0">
                <a:ea typeface="+mn-lt"/>
                <a:cs typeface="+mn-lt"/>
              </a:rPr>
              <a:t>Sending a follow-up letter lets prospective employers know that you are still interested and reminds them of your qualifications. It also is permissible to send the follow-up message in an e-mail. </a:t>
            </a:r>
          </a:p>
          <a:p>
            <a:pPr>
              <a:buNone/>
            </a:pPr>
            <a:endParaRPr lang="en-US" dirty="0">
              <a:cs typeface="Calibri" panose="020F0502020204030204"/>
            </a:endParaRPr>
          </a:p>
        </p:txBody>
      </p:sp>
    </p:spTree>
    <p:extLst>
      <p:ext uri="{BB962C8B-B14F-4D97-AF65-F5344CB8AC3E}">
        <p14:creationId xmlns:p14="http://schemas.microsoft.com/office/powerpoint/2010/main" val="32654808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F75196-433D-481F-8102-FD52A0D3983F}"/>
              </a:ext>
            </a:extLst>
          </p:cNvPr>
          <p:cNvSpPr>
            <a:spLocks noGrp="1"/>
          </p:cNvSpPr>
          <p:nvPr>
            <p:ph type="title"/>
          </p:nvPr>
        </p:nvSpPr>
        <p:spPr>
          <a:xfrm>
            <a:off x="838200" y="365125"/>
            <a:ext cx="10515600" cy="707337"/>
          </a:xfrm>
        </p:spPr>
        <p:txBody>
          <a:bodyPr/>
          <a:lstStyle/>
          <a:p>
            <a:r>
              <a:rPr lang="en-US" b="1" dirty="0">
                <a:ea typeface="+mj-lt"/>
                <a:cs typeface="+mj-lt"/>
              </a:rPr>
              <a:t>Resignation Letter</a:t>
            </a:r>
            <a:endParaRPr lang="en-US" dirty="0"/>
          </a:p>
        </p:txBody>
      </p:sp>
      <p:sp>
        <p:nvSpPr>
          <p:cNvPr id="3" name="Content Placeholder 2">
            <a:extLst>
              <a:ext uri="{FF2B5EF4-FFF2-40B4-BE49-F238E27FC236}">
                <a16:creationId xmlns:a16="http://schemas.microsoft.com/office/drawing/2014/main" id="{087B6791-7176-468E-B160-231757E50BA4}"/>
              </a:ext>
            </a:extLst>
          </p:cNvPr>
          <p:cNvSpPr>
            <a:spLocks noGrp="1"/>
          </p:cNvSpPr>
          <p:nvPr>
            <p:ph idx="1"/>
          </p:nvPr>
        </p:nvSpPr>
        <p:spPr>
          <a:xfrm>
            <a:off x="838200" y="1078003"/>
            <a:ext cx="10515600" cy="5659676"/>
          </a:xfrm>
        </p:spPr>
        <p:txBody>
          <a:bodyPr vert="horz" lIns="91440" tIns="45720" rIns="91440" bIns="45720" rtlCol="0" anchor="t">
            <a:normAutofit fontScale="92500" lnSpcReduction="10000"/>
          </a:bodyPr>
          <a:lstStyle/>
          <a:p>
            <a:pPr>
              <a:buNone/>
            </a:pPr>
            <a:r>
              <a:rPr lang="en-US" dirty="0">
                <a:ea typeface="+mn-lt"/>
                <a:cs typeface="+mn-lt"/>
              </a:rPr>
              <a:t>Whatever your reason for leaving a job, writing a letter of resignation to inform your current employer of your plans is a professional courtesy.</a:t>
            </a:r>
            <a:endParaRPr lang="en-US" b="1" dirty="0">
              <a:ea typeface="+mn-lt"/>
              <a:cs typeface="+mn-lt"/>
            </a:endParaRPr>
          </a:p>
          <a:p>
            <a:pPr>
              <a:buNone/>
            </a:pPr>
            <a:r>
              <a:rPr lang="en-US" dirty="0">
                <a:ea typeface="+mn-lt"/>
                <a:cs typeface="+mn-lt"/>
              </a:rPr>
              <a:t>Your former employer may be contacted for a job reference. A well-written letter of resignation that gives reasonable notice helps ensure goodwill with your current employer. Later, when asked to provide a reference for you, your employer will likely say positive things. To maintain the goodwill of your employer, follow these guidelines:</a:t>
            </a:r>
          </a:p>
          <a:p>
            <a:pPr>
              <a:buFont typeface="Arial,Sans-Serif"/>
              <a:buChar char="•"/>
            </a:pPr>
            <a:r>
              <a:rPr lang="en-US" dirty="0">
                <a:ea typeface="+mn-lt"/>
                <a:cs typeface="+mn-lt"/>
              </a:rPr>
              <a:t>Find out the company procedure and chain of command. Normally, you write the letter to your immediate supervisor, who would, in turn, pass the letter up the chain of command.</a:t>
            </a:r>
          </a:p>
          <a:p>
            <a:pPr>
              <a:buFont typeface="Arial,Sans-Serif"/>
              <a:buChar char="•"/>
            </a:pPr>
            <a:r>
              <a:rPr lang="en-US" dirty="0">
                <a:ea typeface="+mn-lt"/>
                <a:cs typeface="+mn-lt"/>
              </a:rPr>
              <a:t>Announce your intention to leave the company. Be clear that you are writing a letter of resignation.</a:t>
            </a:r>
          </a:p>
          <a:p>
            <a:pPr>
              <a:buFont typeface="Arial,Sans-Serif"/>
              <a:buChar char="•"/>
            </a:pPr>
            <a:r>
              <a:rPr lang="en-US" dirty="0">
                <a:ea typeface="+mn-lt"/>
                <a:cs typeface="+mn-lt"/>
              </a:rPr>
              <a:t>State the last day you will work. Make sure that date provides enough notice according to company policy and your knowledge of company operations.</a:t>
            </a:r>
          </a:p>
          <a:p>
            <a:pPr marL="0" indent="0">
              <a:buNone/>
            </a:pPr>
            <a:endParaRPr lang="en-US" dirty="0">
              <a:cs typeface="Calibri" panose="020F0502020204030204"/>
            </a:endParaRPr>
          </a:p>
        </p:txBody>
      </p:sp>
    </p:spTree>
    <p:extLst>
      <p:ext uri="{BB962C8B-B14F-4D97-AF65-F5344CB8AC3E}">
        <p14:creationId xmlns:p14="http://schemas.microsoft.com/office/powerpoint/2010/main" val="2578492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54B96-0689-4494-A1D1-77DB243DB8DC}"/>
              </a:ext>
            </a:extLst>
          </p:cNvPr>
          <p:cNvSpPr>
            <a:spLocks noGrp="1"/>
          </p:cNvSpPr>
          <p:nvPr>
            <p:ph type="title"/>
          </p:nvPr>
        </p:nvSpPr>
        <p:spPr>
          <a:xfrm>
            <a:off x="838200" y="365125"/>
            <a:ext cx="10515600" cy="793601"/>
          </a:xfrm>
        </p:spPr>
        <p:txBody>
          <a:bodyPr/>
          <a:lstStyle/>
          <a:p>
            <a:r>
              <a:rPr lang="en-US" dirty="0">
                <a:cs typeface="Calibri Light"/>
              </a:rPr>
              <a:t>Resignation Letter</a:t>
            </a:r>
            <a:endParaRPr lang="en-US" dirty="0"/>
          </a:p>
        </p:txBody>
      </p:sp>
      <p:sp>
        <p:nvSpPr>
          <p:cNvPr id="3" name="Content Placeholder 2">
            <a:extLst>
              <a:ext uri="{FF2B5EF4-FFF2-40B4-BE49-F238E27FC236}">
                <a16:creationId xmlns:a16="http://schemas.microsoft.com/office/drawing/2014/main" id="{7ADDB96F-F389-4A3E-A8D9-39E97FFC5A07}"/>
              </a:ext>
            </a:extLst>
          </p:cNvPr>
          <p:cNvSpPr>
            <a:spLocks noGrp="1"/>
          </p:cNvSpPr>
          <p:nvPr>
            <p:ph idx="1"/>
          </p:nvPr>
        </p:nvSpPr>
        <p:spPr>
          <a:xfrm>
            <a:off x="838200" y="1178644"/>
            <a:ext cx="10515600" cy="5472771"/>
          </a:xfrm>
        </p:spPr>
        <p:txBody>
          <a:bodyPr vert="horz" lIns="91440" tIns="45720" rIns="91440" bIns="45720" rtlCol="0" anchor="t">
            <a:normAutofit/>
          </a:bodyPr>
          <a:lstStyle/>
          <a:p>
            <a:pPr>
              <a:buFont typeface="Arial,Sans-Serif"/>
              <a:buChar char="•"/>
            </a:pPr>
            <a:r>
              <a:rPr lang="en-US" dirty="0">
                <a:ea typeface="+mn-lt"/>
                <a:cs typeface="+mn-lt"/>
              </a:rPr>
              <a:t>Use courteous language. Use your manners (please and thank you) and qualifying words (might, probably, most likely, and seems) if necessary.</a:t>
            </a:r>
          </a:p>
          <a:p>
            <a:pPr>
              <a:buFont typeface="Arial,Sans-Serif"/>
              <a:buChar char="•"/>
            </a:pPr>
            <a:r>
              <a:rPr lang="en-US">
                <a:ea typeface="+mn-lt"/>
                <a:cs typeface="+mn-lt"/>
              </a:rPr>
              <a:t>Compliment your employer and the company. Thank your supervisor for any opportunities or special help he or she provided. If you are </a:t>
            </a:r>
            <a:r>
              <a:rPr lang="en-US" dirty="0">
                <a:ea typeface="+mn-lt"/>
                <a:cs typeface="+mn-lt"/>
              </a:rPr>
              <a:t>leaving because you are dissatisfied with the work environment, find something positive to say about the organization, even if it is brief.</a:t>
            </a:r>
          </a:p>
          <a:p>
            <a:pPr>
              <a:buFont typeface="Arial,Sans-Serif"/>
              <a:buChar char="•"/>
            </a:pPr>
            <a:r>
              <a:rPr lang="en-US" dirty="0">
                <a:ea typeface="+mn-lt"/>
                <a:cs typeface="+mn-lt"/>
              </a:rPr>
              <a:t>Offer to help the company prepare for your absence. You can offer to train your replacement or complete work projects in advance.</a:t>
            </a:r>
          </a:p>
          <a:p>
            <a:pPr>
              <a:buFont typeface="Arial,Sans-Serif"/>
              <a:buChar char="•"/>
            </a:pPr>
            <a:r>
              <a:rPr lang="en-US" dirty="0">
                <a:ea typeface="+mn-lt"/>
                <a:cs typeface="+mn-lt"/>
              </a:rPr>
              <a:t>Volunteer a reason for leaving only if you feel comfortable doing so. If the employer/employee relationship is strained, you may omit the reason</a:t>
            </a:r>
          </a:p>
          <a:p>
            <a:pPr marL="0" indent="0">
              <a:buNone/>
            </a:pPr>
            <a:endParaRPr lang="en-US" dirty="0">
              <a:cs typeface="Calibri" panose="020F0502020204030204"/>
            </a:endParaRPr>
          </a:p>
        </p:txBody>
      </p:sp>
    </p:spTree>
    <p:extLst>
      <p:ext uri="{BB962C8B-B14F-4D97-AF65-F5344CB8AC3E}">
        <p14:creationId xmlns:p14="http://schemas.microsoft.com/office/powerpoint/2010/main" val="31858260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24</Slides>
  <Notes>0</Notes>
  <HiddenSlides>0</HiddenSlides>
  <MMClips>0</MMClip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office theme</vt:lpstr>
      <vt:lpstr>Employment Communication</vt:lpstr>
      <vt:lpstr>Employment Communication</vt:lpstr>
      <vt:lpstr>Employment Communication</vt:lpstr>
      <vt:lpstr>Stages of job search process:</vt:lpstr>
      <vt:lpstr>Stages of job search process:</vt:lpstr>
      <vt:lpstr>Stages of job search process:</vt:lpstr>
      <vt:lpstr>Making Your Resume Stand Out</vt:lpstr>
      <vt:lpstr>Basic Information (Resume)</vt:lpstr>
      <vt:lpstr>Organizing a Resume</vt:lpstr>
      <vt:lpstr>Organizing a Resume</vt:lpstr>
      <vt:lpstr>Types of Resumes</vt:lpstr>
      <vt:lpstr>Types of Resumes</vt:lpstr>
      <vt:lpstr>Types of Resumes</vt:lpstr>
      <vt:lpstr>Types of Resumes(Electronic Resume)</vt:lpstr>
      <vt:lpstr>Types of Resumes(Electronic Resume)</vt:lpstr>
      <vt:lpstr>Types of Resumes(Electronic Resume)</vt:lpstr>
      <vt:lpstr>CV Format</vt:lpstr>
      <vt:lpstr>Employment Letters</vt:lpstr>
      <vt:lpstr>Cover Letter</vt:lpstr>
      <vt:lpstr>Cover Letter</vt:lpstr>
      <vt:lpstr>Cover Letter</vt:lpstr>
      <vt:lpstr>Follow-Up Letter</vt:lpstr>
      <vt:lpstr>Resignation Letter</vt:lpstr>
      <vt:lpstr>Resignation Letter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
  <cp:revision>144</cp:revision>
  <dcterms:created xsi:type="dcterms:W3CDTF">2021-03-15T14:27:55Z</dcterms:created>
  <dcterms:modified xsi:type="dcterms:W3CDTF">2021-03-22T14:55:06Z</dcterms:modified>
</cp:coreProperties>
</file>