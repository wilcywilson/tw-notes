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2" r:id="rId5"/>
    <p:sldId id="261" r:id="rId6"/>
    <p:sldId id="260" r:id="rId7"/>
    <p:sldId id="263" r:id="rId8"/>
    <p:sldId id="264" r:id="rId9"/>
    <p:sldId id="265" r:id="rId10"/>
    <p:sldId id="269" r:id="rId11"/>
    <p:sldId id="270" r:id="rId12"/>
    <p:sldId id="271" r:id="rId13"/>
    <p:sldId id="273" r:id="rId14"/>
    <p:sldId id="274"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505B73-5F84-4EA1-A4F7-A2CF2503A67E}" v="122" dt="2021-03-24T16:40:05.237"/>
    <p1510:client id="{DE6E26F1-E939-4FAB-903E-0275947DF7C9}" v="1353" dt="2021-03-24T16:35:06.398"/>
    <p1510:client id="{F7B2638B-E78F-4FB3-8A65-20F234CE11A2}" v="14" dt="2021-03-24T15:50:04.3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chin  Neupane" userId="S::sachinneupane@samriddhicollege.edu.np::d21c9b6f-0979-4b1c-a91e-ffea27d935d3" providerId="AD" clId="Web-{F7B2638B-E78F-4FB3-8A65-20F234CE11A2}"/>
    <pc:docChg chg="modSld">
      <pc:chgData name="Sachin  Neupane" userId="S::sachinneupane@samriddhicollege.edu.np::d21c9b6f-0979-4b1c-a91e-ffea27d935d3" providerId="AD" clId="Web-{F7B2638B-E78F-4FB3-8A65-20F234CE11A2}" dt="2021-03-24T15:50:04.357" v="9" actId="20577"/>
      <pc:docMkLst>
        <pc:docMk/>
      </pc:docMkLst>
      <pc:sldChg chg="modSp">
        <pc:chgData name="Sachin  Neupane" userId="S::sachinneupane@samriddhicollege.edu.np::d21c9b6f-0979-4b1c-a91e-ffea27d935d3" providerId="AD" clId="Web-{F7B2638B-E78F-4FB3-8A65-20F234CE11A2}" dt="2021-03-24T15:50:04.357" v="9" actId="20577"/>
        <pc:sldMkLst>
          <pc:docMk/>
          <pc:sldMk cId="0" sldId="256"/>
        </pc:sldMkLst>
        <pc:spChg chg="mod">
          <ac:chgData name="Sachin  Neupane" userId="S::sachinneupane@samriddhicollege.edu.np::d21c9b6f-0979-4b1c-a91e-ffea27d935d3" providerId="AD" clId="Web-{F7B2638B-E78F-4FB3-8A65-20F234CE11A2}" dt="2021-03-24T15:50:04.357" v="9" actId="20577"/>
          <ac:spMkLst>
            <pc:docMk/>
            <pc:sldMk cId="0" sldId="256"/>
            <ac:spMk id="3" creationId="{00000000-0000-0000-0000-000000000000}"/>
          </ac:spMkLst>
        </pc:spChg>
      </pc:sldChg>
    </pc:docChg>
  </pc:docChgLst>
  <pc:docChgLst>
    <pc:chgData name="Sachin  Neupane" userId="S::sachinneupane@samriddhicollege.edu.np::d21c9b6f-0979-4b1c-a91e-ffea27d935d3" providerId="AD" clId="Web-{CE505B73-5F84-4EA1-A4F7-A2CF2503A67E}"/>
    <pc:docChg chg="modSld">
      <pc:chgData name="Sachin  Neupane" userId="S::sachinneupane@samriddhicollege.edu.np::d21c9b6f-0979-4b1c-a91e-ffea27d935d3" providerId="AD" clId="Web-{CE505B73-5F84-4EA1-A4F7-A2CF2503A67E}" dt="2021-03-24T16:40:05.237" v="49" actId="20577"/>
      <pc:docMkLst>
        <pc:docMk/>
      </pc:docMkLst>
      <pc:sldChg chg="modSp">
        <pc:chgData name="Sachin  Neupane" userId="S::sachinneupane@samriddhicollege.edu.np::d21c9b6f-0979-4b1c-a91e-ffea27d935d3" providerId="AD" clId="Web-{CE505B73-5F84-4EA1-A4F7-A2CF2503A67E}" dt="2021-03-24T16:37:07.187" v="6" actId="20577"/>
        <pc:sldMkLst>
          <pc:docMk/>
          <pc:sldMk cId="0" sldId="262"/>
        </pc:sldMkLst>
        <pc:spChg chg="mod">
          <ac:chgData name="Sachin  Neupane" userId="S::sachinneupane@samriddhicollege.edu.np::d21c9b6f-0979-4b1c-a91e-ffea27d935d3" providerId="AD" clId="Web-{CE505B73-5F84-4EA1-A4F7-A2CF2503A67E}" dt="2021-03-24T16:37:07.187" v="6" actId="20577"/>
          <ac:spMkLst>
            <pc:docMk/>
            <pc:sldMk cId="0" sldId="262"/>
            <ac:spMk id="3" creationId="{00000000-0000-0000-0000-000000000000}"/>
          </ac:spMkLst>
        </pc:spChg>
      </pc:sldChg>
      <pc:sldChg chg="modSp">
        <pc:chgData name="Sachin  Neupane" userId="S::sachinneupane@samriddhicollege.edu.np::d21c9b6f-0979-4b1c-a91e-ffea27d935d3" providerId="AD" clId="Web-{CE505B73-5F84-4EA1-A4F7-A2CF2503A67E}" dt="2021-03-24T16:38:27.876" v="36" actId="20577"/>
        <pc:sldMkLst>
          <pc:docMk/>
          <pc:sldMk cId="0" sldId="263"/>
        </pc:sldMkLst>
        <pc:spChg chg="mod">
          <ac:chgData name="Sachin  Neupane" userId="S::sachinneupane@samriddhicollege.edu.np::d21c9b6f-0979-4b1c-a91e-ffea27d935d3" providerId="AD" clId="Web-{CE505B73-5F84-4EA1-A4F7-A2CF2503A67E}" dt="2021-03-24T16:38:27.876" v="36" actId="20577"/>
          <ac:spMkLst>
            <pc:docMk/>
            <pc:sldMk cId="0" sldId="263"/>
            <ac:spMk id="3" creationId="{00000000-0000-0000-0000-000000000000}"/>
          </ac:spMkLst>
        </pc:spChg>
      </pc:sldChg>
      <pc:sldChg chg="modSp">
        <pc:chgData name="Sachin  Neupane" userId="S::sachinneupane@samriddhicollege.edu.np::d21c9b6f-0979-4b1c-a91e-ffea27d935d3" providerId="AD" clId="Web-{CE505B73-5F84-4EA1-A4F7-A2CF2503A67E}" dt="2021-03-24T16:38:36.673" v="38" actId="20577"/>
        <pc:sldMkLst>
          <pc:docMk/>
          <pc:sldMk cId="0" sldId="264"/>
        </pc:sldMkLst>
        <pc:spChg chg="mod">
          <ac:chgData name="Sachin  Neupane" userId="S::sachinneupane@samriddhicollege.edu.np::d21c9b6f-0979-4b1c-a91e-ffea27d935d3" providerId="AD" clId="Web-{CE505B73-5F84-4EA1-A4F7-A2CF2503A67E}" dt="2021-03-24T16:38:36.673" v="38" actId="20577"/>
          <ac:spMkLst>
            <pc:docMk/>
            <pc:sldMk cId="0" sldId="264"/>
            <ac:spMk id="3" creationId="{00000000-0000-0000-0000-000000000000}"/>
          </ac:spMkLst>
        </pc:spChg>
      </pc:sldChg>
      <pc:sldChg chg="modSp">
        <pc:chgData name="Sachin  Neupane" userId="S::sachinneupane@samriddhicollege.edu.np::d21c9b6f-0979-4b1c-a91e-ffea27d935d3" providerId="AD" clId="Web-{CE505B73-5F84-4EA1-A4F7-A2CF2503A67E}" dt="2021-03-24T16:39:08.158" v="39" actId="20577"/>
        <pc:sldMkLst>
          <pc:docMk/>
          <pc:sldMk cId="0" sldId="269"/>
        </pc:sldMkLst>
        <pc:spChg chg="mod">
          <ac:chgData name="Sachin  Neupane" userId="S::sachinneupane@samriddhicollege.edu.np::d21c9b6f-0979-4b1c-a91e-ffea27d935d3" providerId="AD" clId="Web-{CE505B73-5F84-4EA1-A4F7-A2CF2503A67E}" dt="2021-03-24T16:39:08.158" v="39" actId="20577"/>
          <ac:spMkLst>
            <pc:docMk/>
            <pc:sldMk cId="0" sldId="269"/>
            <ac:spMk id="3" creationId="{00000000-0000-0000-0000-000000000000}"/>
          </ac:spMkLst>
        </pc:spChg>
      </pc:sldChg>
      <pc:sldChg chg="modSp">
        <pc:chgData name="Sachin  Neupane" userId="S::sachinneupane@samriddhicollege.edu.np::d21c9b6f-0979-4b1c-a91e-ffea27d935d3" providerId="AD" clId="Web-{CE505B73-5F84-4EA1-A4F7-A2CF2503A67E}" dt="2021-03-24T16:40:05.237" v="49" actId="20577"/>
        <pc:sldMkLst>
          <pc:docMk/>
          <pc:sldMk cId="0" sldId="271"/>
        </pc:sldMkLst>
        <pc:spChg chg="mod">
          <ac:chgData name="Sachin  Neupane" userId="S::sachinneupane@samriddhicollege.edu.np::d21c9b6f-0979-4b1c-a91e-ffea27d935d3" providerId="AD" clId="Web-{CE505B73-5F84-4EA1-A4F7-A2CF2503A67E}" dt="2021-03-24T16:40:05.237" v="49" actId="20577"/>
          <ac:spMkLst>
            <pc:docMk/>
            <pc:sldMk cId="0" sldId="271"/>
            <ac:spMk id="3" creationId="{00000000-0000-0000-0000-000000000000}"/>
          </ac:spMkLst>
        </pc:spChg>
      </pc:sldChg>
    </pc:docChg>
  </pc:docChgLst>
  <pc:docChgLst>
    <pc:chgData name="Sachin  Neupane" userId="S::sachinneupane@samriddhicollege.edu.np::d21c9b6f-0979-4b1c-a91e-ffea27d935d3" providerId="AD" clId="Web-{DE6E26F1-E939-4FAB-903E-0275947DF7C9}"/>
    <pc:docChg chg="addSld delSld modSld">
      <pc:chgData name="Sachin  Neupane" userId="S::sachinneupane@samriddhicollege.edu.np::d21c9b6f-0979-4b1c-a91e-ffea27d935d3" providerId="AD" clId="Web-{DE6E26F1-E939-4FAB-903E-0275947DF7C9}" dt="2021-03-24T16:35:06.398" v="666"/>
      <pc:docMkLst>
        <pc:docMk/>
      </pc:docMkLst>
      <pc:sldChg chg="modSp">
        <pc:chgData name="Sachin  Neupane" userId="S::sachinneupane@samriddhicollege.edu.np::d21c9b6f-0979-4b1c-a91e-ffea27d935d3" providerId="AD" clId="Web-{DE6E26F1-E939-4FAB-903E-0275947DF7C9}" dt="2021-03-24T15:55:52.459" v="1" actId="20577"/>
        <pc:sldMkLst>
          <pc:docMk/>
          <pc:sldMk cId="0" sldId="256"/>
        </pc:sldMkLst>
        <pc:spChg chg="mod">
          <ac:chgData name="Sachin  Neupane" userId="S::sachinneupane@samriddhicollege.edu.np::d21c9b6f-0979-4b1c-a91e-ffea27d935d3" providerId="AD" clId="Web-{DE6E26F1-E939-4FAB-903E-0275947DF7C9}" dt="2021-03-24T15:55:52.459" v="1" actId="20577"/>
          <ac:spMkLst>
            <pc:docMk/>
            <pc:sldMk cId="0" sldId="256"/>
            <ac:spMk id="3" creationId="{00000000-0000-0000-0000-000000000000}"/>
          </ac:spMkLst>
        </pc:spChg>
      </pc:sldChg>
      <pc:sldChg chg="del">
        <pc:chgData name="Sachin  Neupane" userId="S::sachinneupane@samriddhicollege.edu.np::d21c9b6f-0979-4b1c-a91e-ffea27d935d3" providerId="AD" clId="Web-{DE6E26F1-E939-4FAB-903E-0275947DF7C9}" dt="2021-03-24T16:07:05.868" v="114"/>
        <pc:sldMkLst>
          <pc:docMk/>
          <pc:sldMk cId="0" sldId="257"/>
        </pc:sldMkLst>
      </pc:sldChg>
      <pc:sldChg chg="modSp">
        <pc:chgData name="Sachin  Neupane" userId="S::sachinneupane@samriddhicollege.edu.np::d21c9b6f-0979-4b1c-a91e-ffea27d935d3" providerId="AD" clId="Web-{DE6E26F1-E939-4FAB-903E-0275947DF7C9}" dt="2021-03-24T16:03:42.675" v="51" actId="20577"/>
        <pc:sldMkLst>
          <pc:docMk/>
          <pc:sldMk cId="0" sldId="258"/>
        </pc:sldMkLst>
        <pc:spChg chg="mod">
          <ac:chgData name="Sachin  Neupane" userId="S::sachinneupane@samriddhicollege.edu.np::d21c9b6f-0979-4b1c-a91e-ffea27d935d3" providerId="AD" clId="Web-{DE6E26F1-E939-4FAB-903E-0275947DF7C9}" dt="2021-03-24T16:02:06.922" v="6" actId="20577"/>
          <ac:spMkLst>
            <pc:docMk/>
            <pc:sldMk cId="0" sldId="258"/>
            <ac:spMk id="2" creationId="{00000000-0000-0000-0000-000000000000}"/>
          </ac:spMkLst>
        </pc:spChg>
        <pc:spChg chg="mod">
          <ac:chgData name="Sachin  Neupane" userId="S::sachinneupane@samriddhicollege.edu.np::d21c9b6f-0979-4b1c-a91e-ffea27d935d3" providerId="AD" clId="Web-{DE6E26F1-E939-4FAB-903E-0275947DF7C9}" dt="2021-03-24T16:03:42.675" v="51" actId="20577"/>
          <ac:spMkLst>
            <pc:docMk/>
            <pc:sldMk cId="0" sldId="258"/>
            <ac:spMk id="3" creationId="{00000000-0000-0000-0000-000000000000}"/>
          </ac:spMkLst>
        </pc:spChg>
      </pc:sldChg>
      <pc:sldChg chg="modSp">
        <pc:chgData name="Sachin  Neupane" userId="S::sachinneupane@samriddhicollege.edu.np::d21c9b6f-0979-4b1c-a91e-ffea27d935d3" providerId="AD" clId="Web-{DE6E26F1-E939-4FAB-903E-0275947DF7C9}" dt="2021-03-24T16:10:13.842" v="115" actId="20577"/>
        <pc:sldMkLst>
          <pc:docMk/>
          <pc:sldMk cId="0" sldId="259"/>
        </pc:sldMkLst>
        <pc:spChg chg="mod">
          <ac:chgData name="Sachin  Neupane" userId="S::sachinneupane@samriddhicollege.edu.np::d21c9b6f-0979-4b1c-a91e-ffea27d935d3" providerId="AD" clId="Web-{DE6E26F1-E939-4FAB-903E-0275947DF7C9}" dt="2021-03-24T16:10:13.842" v="115" actId="20577"/>
          <ac:spMkLst>
            <pc:docMk/>
            <pc:sldMk cId="0" sldId="259"/>
            <ac:spMk id="2" creationId="{00000000-0000-0000-0000-000000000000}"/>
          </ac:spMkLst>
        </pc:spChg>
        <pc:spChg chg="mod">
          <ac:chgData name="Sachin  Neupane" userId="S::sachinneupane@samriddhicollege.edu.np::d21c9b6f-0979-4b1c-a91e-ffea27d935d3" providerId="AD" clId="Web-{DE6E26F1-E939-4FAB-903E-0275947DF7C9}" dt="2021-03-24T16:06:13.726" v="113" actId="20577"/>
          <ac:spMkLst>
            <pc:docMk/>
            <pc:sldMk cId="0" sldId="259"/>
            <ac:spMk id="3" creationId="{00000000-0000-0000-0000-000000000000}"/>
          </ac:spMkLst>
        </pc:spChg>
      </pc:sldChg>
      <pc:sldChg chg="modSp">
        <pc:chgData name="Sachin  Neupane" userId="S::sachinneupane@samriddhicollege.edu.np::d21c9b6f-0979-4b1c-a91e-ffea27d935d3" providerId="AD" clId="Web-{DE6E26F1-E939-4FAB-903E-0275947DF7C9}" dt="2021-03-24T16:16:32.258" v="275" actId="20577"/>
        <pc:sldMkLst>
          <pc:docMk/>
          <pc:sldMk cId="0" sldId="260"/>
        </pc:sldMkLst>
        <pc:spChg chg="mod">
          <ac:chgData name="Sachin  Neupane" userId="S::sachinneupane@samriddhicollege.edu.np::d21c9b6f-0979-4b1c-a91e-ffea27d935d3" providerId="AD" clId="Web-{DE6E26F1-E939-4FAB-903E-0275947DF7C9}" dt="2021-03-24T16:16:32.258" v="275" actId="20577"/>
          <ac:spMkLst>
            <pc:docMk/>
            <pc:sldMk cId="0" sldId="260"/>
            <ac:spMk id="3" creationId="{00000000-0000-0000-0000-000000000000}"/>
          </ac:spMkLst>
        </pc:spChg>
      </pc:sldChg>
      <pc:sldChg chg="modSp">
        <pc:chgData name="Sachin  Neupane" userId="S::sachinneupane@samriddhicollege.edu.np::d21c9b6f-0979-4b1c-a91e-ffea27d935d3" providerId="AD" clId="Web-{DE6E26F1-E939-4FAB-903E-0275947DF7C9}" dt="2021-03-24T16:13:17.940" v="155" actId="20577"/>
        <pc:sldMkLst>
          <pc:docMk/>
          <pc:sldMk cId="0" sldId="261"/>
        </pc:sldMkLst>
        <pc:spChg chg="mod">
          <ac:chgData name="Sachin  Neupane" userId="S::sachinneupane@samriddhicollege.edu.np::d21c9b6f-0979-4b1c-a91e-ffea27d935d3" providerId="AD" clId="Web-{DE6E26F1-E939-4FAB-903E-0275947DF7C9}" dt="2021-03-24T16:13:17.940" v="155" actId="20577"/>
          <ac:spMkLst>
            <pc:docMk/>
            <pc:sldMk cId="0" sldId="261"/>
            <ac:spMk id="3" creationId="{00000000-0000-0000-0000-000000000000}"/>
          </ac:spMkLst>
        </pc:spChg>
      </pc:sldChg>
      <pc:sldChg chg="modSp">
        <pc:chgData name="Sachin  Neupane" userId="S::sachinneupane@samriddhicollege.edu.np::d21c9b6f-0979-4b1c-a91e-ffea27d935d3" providerId="AD" clId="Web-{DE6E26F1-E939-4FAB-903E-0275947DF7C9}" dt="2021-03-24T16:14:55.427" v="211" actId="20577"/>
        <pc:sldMkLst>
          <pc:docMk/>
          <pc:sldMk cId="0" sldId="262"/>
        </pc:sldMkLst>
        <pc:spChg chg="mod">
          <ac:chgData name="Sachin  Neupane" userId="S::sachinneupane@samriddhicollege.edu.np::d21c9b6f-0979-4b1c-a91e-ffea27d935d3" providerId="AD" clId="Web-{DE6E26F1-E939-4FAB-903E-0275947DF7C9}" dt="2021-03-24T16:10:42.858" v="119" actId="14100"/>
          <ac:spMkLst>
            <pc:docMk/>
            <pc:sldMk cId="0" sldId="262"/>
            <ac:spMk id="2" creationId="{00000000-0000-0000-0000-000000000000}"/>
          </ac:spMkLst>
        </pc:spChg>
        <pc:spChg chg="mod">
          <ac:chgData name="Sachin  Neupane" userId="S::sachinneupane@samriddhicollege.edu.np::d21c9b6f-0979-4b1c-a91e-ffea27d935d3" providerId="AD" clId="Web-{DE6E26F1-E939-4FAB-903E-0275947DF7C9}" dt="2021-03-24T16:14:55.427" v="211" actId="20577"/>
          <ac:spMkLst>
            <pc:docMk/>
            <pc:sldMk cId="0" sldId="262"/>
            <ac:spMk id="3" creationId="{00000000-0000-0000-0000-000000000000}"/>
          </ac:spMkLst>
        </pc:spChg>
      </pc:sldChg>
      <pc:sldChg chg="modSp">
        <pc:chgData name="Sachin  Neupane" userId="S::sachinneupane@samriddhicollege.edu.np::d21c9b6f-0979-4b1c-a91e-ffea27d935d3" providerId="AD" clId="Web-{DE6E26F1-E939-4FAB-903E-0275947DF7C9}" dt="2021-03-24T16:18:02.995" v="302" actId="20577"/>
        <pc:sldMkLst>
          <pc:docMk/>
          <pc:sldMk cId="0" sldId="263"/>
        </pc:sldMkLst>
        <pc:spChg chg="mod">
          <ac:chgData name="Sachin  Neupane" userId="S::sachinneupane@samriddhicollege.edu.np::d21c9b6f-0979-4b1c-a91e-ffea27d935d3" providerId="AD" clId="Web-{DE6E26F1-E939-4FAB-903E-0275947DF7C9}" dt="2021-03-24T16:14:16.739" v="184" actId="20577"/>
          <ac:spMkLst>
            <pc:docMk/>
            <pc:sldMk cId="0" sldId="263"/>
            <ac:spMk id="2" creationId="{00000000-0000-0000-0000-000000000000}"/>
          </ac:spMkLst>
        </pc:spChg>
        <pc:spChg chg="mod">
          <ac:chgData name="Sachin  Neupane" userId="S::sachinneupane@samriddhicollege.edu.np::d21c9b6f-0979-4b1c-a91e-ffea27d935d3" providerId="AD" clId="Web-{DE6E26F1-E939-4FAB-903E-0275947DF7C9}" dt="2021-03-24T16:18:02.995" v="302" actId="20577"/>
          <ac:spMkLst>
            <pc:docMk/>
            <pc:sldMk cId="0" sldId="263"/>
            <ac:spMk id="3" creationId="{00000000-0000-0000-0000-000000000000}"/>
          </ac:spMkLst>
        </pc:spChg>
      </pc:sldChg>
      <pc:sldChg chg="modSp">
        <pc:chgData name="Sachin  Neupane" userId="S::sachinneupane@samriddhicollege.edu.np::d21c9b6f-0979-4b1c-a91e-ffea27d935d3" providerId="AD" clId="Web-{DE6E26F1-E939-4FAB-903E-0275947DF7C9}" dt="2021-03-24T16:26:33.353" v="457" actId="20577"/>
        <pc:sldMkLst>
          <pc:docMk/>
          <pc:sldMk cId="0" sldId="264"/>
        </pc:sldMkLst>
        <pc:spChg chg="mod">
          <ac:chgData name="Sachin  Neupane" userId="S::sachinneupane@samriddhicollege.edu.np::d21c9b6f-0979-4b1c-a91e-ffea27d935d3" providerId="AD" clId="Web-{DE6E26F1-E939-4FAB-903E-0275947DF7C9}" dt="2021-03-24T16:26:33.353" v="457" actId="20577"/>
          <ac:spMkLst>
            <pc:docMk/>
            <pc:sldMk cId="0" sldId="264"/>
            <ac:spMk id="2" creationId="{00000000-0000-0000-0000-000000000000}"/>
          </ac:spMkLst>
        </pc:spChg>
        <pc:spChg chg="mod">
          <ac:chgData name="Sachin  Neupane" userId="S::sachinneupane@samriddhicollege.edu.np::d21c9b6f-0979-4b1c-a91e-ffea27d935d3" providerId="AD" clId="Web-{DE6E26F1-E939-4FAB-903E-0275947DF7C9}" dt="2021-03-24T16:20:17.014" v="338" actId="20577"/>
          <ac:spMkLst>
            <pc:docMk/>
            <pc:sldMk cId="0" sldId="264"/>
            <ac:spMk id="3" creationId="{00000000-0000-0000-0000-000000000000}"/>
          </ac:spMkLst>
        </pc:spChg>
      </pc:sldChg>
      <pc:sldChg chg="modSp">
        <pc:chgData name="Sachin  Neupane" userId="S::sachinneupane@samriddhicollege.edu.np::d21c9b6f-0979-4b1c-a91e-ffea27d935d3" providerId="AD" clId="Web-{DE6E26F1-E939-4FAB-903E-0275947DF7C9}" dt="2021-03-24T16:26:43.462" v="460" actId="20577"/>
        <pc:sldMkLst>
          <pc:docMk/>
          <pc:sldMk cId="0" sldId="265"/>
        </pc:sldMkLst>
        <pc:spChg chg="mod">
          <ac:chgData name="Sachin  Neupane" userId="S::sachinneupane@samriddhicollege.edu.np::d21c9b6f-0979-4b1c-a91e-ffea27d935d3" providerId="AD" clId="Web-{DE6E26F1-E939-4FAB-903E-0275947DF7C9}" dt="2021-03-24T16:26:43.462" v="460" actId="20577"/>
          <ac:spMkLst>
            <pc:docMk/>
            <pc:sldMk cId="0" sldId="265"/>
            <ac:spMk id="2" creationId="{00000000-0000-0000-0000-000000000000}"/>
          </ac:spMkLst>
        </pc:spChg>
        <pc:spChg chg="mod">
          <ac:chgData name="Sachin  Neupane" userId="S::sachinneupane@samriddhicollege.edu.np::d21c9b6f-0979-4b1c-a91e-ffea27d935d3" providerId="AD" clId="Web-{DE6E26F1-E939-4FAB-903E-0275947DF7C9}" dt="2021-03-24T16:24:56.960" v="450" actId="20577"/>
          <ac:spMkLst>
            <pc:docMk/>
            <pc:sldMk cId="0" sldId="265"/>
            <ac:spMk id="3" creationId="{00000000-0000-0000-0000-000000000000}"/>
          </ac:spMkLst>
        </pc:spChg>
      </pc:sldChg>
      <pc:sldChg chg="del">
        <pc:chgData name="Sachin  Neupane" userId="S::sachinneupane@samriddhicollege.edu.np::d21c9b6f-0979-4b1c-a91e-ffea27d935d3" providerId="AD" clId="Web-{DE6E26F1-E939-4FAB-903E-0275947DF7C9}" dt="2021-03-24T16:22:18.736" v="415"/>
        <pc:sldMkLst>
          <pc:docMk/>
          <pc:sldMk cId="0" sldId="266"/>
        </pc:sldMkLst>
      </pc:sldChg>
      <pc:sldChg chg="del">
        <pc:chgData name="Sachin  Neupane" userId="S::sachinneupane@samriddhicollege.edu.np::d21c9b6f-0979-4b1c-a91e-ffea27d935d3" providerId="AD" clId="Web-{DE6E26F1-E939-4FAB-903E-0275947DF7C9}" dt="2021-03-24T16:24:21.912" v="438"/>
        <pc:sldMkLst>
          <pc:docMk/>
          <pc:sldMk cId="0" sldId="267"/>
        </pc:sldMkLst>
      </pc:sldChg>
      <pc:sldChg chg="add del">
        <pc:chgData name="Sachin  Neupane" userId="S::sachinneupane@samriddhicollege.edu.np::d21c9b6f-0979-4b1c-a91e-ffea27d935d3" providerId="AD" clId="Web-{DE6E26F1-E939-4FAB-903E-0275947DF7C9}" dt="2021-03-24T16:25:16.726" v="451"/>
        <pc:sldMkLst>
          <pc:docMk/>
          <pc:sldMk cId="0" sldId="268"/>
        </pc:sldMkLst>
      </pc:sldChg>
      <pc:sldChg chg="modSp">
        <pc:chgData name="Sachin  Neupane" userId="S::sachinneupane@samriddhicollege.edu.np::d21c9b6f-0979-4b1c-a91e-ffea27d935d3" providerId="AD" clId="Web-{DE6E26F1-E939-4FAB-903E-0275947DF7C9}" dt="2021-03-24T16:28:19.465" v="508" actId="20577"/>
        <pc:sldMkLst>
          <pc:docMk/>
          <pc:sldMk cId="0" sldId="269"/>
        </pc:sldMkLst>
        <pc:spChg chg="mod">
          <ac:chgData name="Sachin  Neupane" userId="S::sachinneupane@samriddhicollege.edu.np::d21c9b6f-0979-4b1c-a91e-ffea27d935d3" providerId="AD" clId="Web-{DE6E26F1-E939-4FAB-903E-0275947DF7C9}" dt="2021-03-24T16:26:57.557" v="463" actId="20577"/>
          <ac:spMkLst>
            <pc:docMk/>
            <pc:sldMk cId="0" sldId="269"/>
            <ac:spMk id="2" creationId="{00000000-0000-0000-0000-000000000000}"/>
          </ac:spMkLst>
        </pc:spChg>
        <pc:spChg chg="mod">
          <ac:chgData name="Sachin  Neupane" userId="S::sachinneupane@samriddhicollege.edu.np::d21c9b6f-0979-4b1c-a91e-ffea27d935d3" providerId="AD" clId="Web-{DE6E26F1-E939-4FAB-903E-0275947DF7C9}" dt="2021-03-24T16:28:19.465" v="508" actId="20577"/>
          <ac:spMkLst>
            <pc:docMk/>
            <pc:sldMk cId="0" sldId="269"/>
            <ac:spMk id="3" creationId="{00000000-0000-0000-0000-000000000000}"/>
          </ac:spMkLst>
        </pc:spChg>
      </pc:sldChg>
      <pc:sldChg chg="modSp">
        <pc:chgData name="Sachin  Neupane" userId="S::sachinneupane@samriddhicollege.edu.np::d21c9b6f-0979-4b1c-a91e-ffea27d935d3" providerId="AD" clId="Web-{DE6E26F1-E939-4FAB-903E-0275947DF7C9}" dt="2021-03-24T16:29:37.998" v="536" actId="20577"/>
        <pc:sldMkLst>
          <pc:docMk/>
          <pc:sldMk cId="0" sldId="270"/>
        </pc:sldMkLst>
        <pc:spChg chg="mod">
          <ac:chgData name="Sachin  Neupane" userId="S::sachinneupane@samriddhicollege.edu.np::d21c9b6f-0979-4b1c-a91e-ffea27d935d3" providerId="AD" clId="Web-{DE6E26F1-E939-4FAB-903E-0275947DF7C9}" dt="2021-03-24T16:29:37.998" v="536" actId="20577"/>
          <ac:spMkLst>
            <pc:docMk/>
            <pc:sldMk cId="0" sldId="270"/>
            <ac:spMk id="3" creationId="{00000000-0000-0000-0000-000000000000}"/>
          </ac:spMkLst>
        </pc:spChg>
      </pc:sldChg>
      <pc:sldChg chg="modSp">
        <pc:chgData name="Sachin  Neupane" userId="S::sachinneupane@samriddhicollege.edu.np::d21c9b6f-0979-4b1c-a91e-ffea27d935d3" providerId="AD" clId="Web-{DE6E26F1-E939-4FAB-903E-0275947DF7C9}" dt="2021-03-24T16:33:30.489" v="623" actId="20577"/>
        <pc:sldMkLst>
          <pc:docMk/>
          <pc:sldMk cId="0" sldId="271"/>
        </pc:sldMkLst>
        <pc:spChg chg="mod">
          <ac:chgData name="Sachin  Neupane" userId="S::sachinneupane@samriddhicollege.edu.np::d21c9b6f-0979-4b1c-a91e-ffea27d935d3" providerId="AD" clId="Web-{DE6E26F1-E939-4FAB-903E-0275947DF7C9}" dt="2021-03-24T16:33:30.489" v="623" actId="20577"/>
          <ac:spMkLst>
            <pc:docMk/>
            <pc:sldMk cId="0" sldId="271"/>
            <ac:spMk id="3" creationId="{00000000-0000-0000-0000-000000000000}"/>
          </ac:spMkLst>
        </pc:spChg>
      </pc:sldChg>
      <pc:sldChg chg="del">
        <pc:chgData name="Sachin  Neupane" userId="S::sachinneupane@samriddhicollege.edu.np::d21c9b6f-0979-4b1c-a91e-ffea27d935d3" providerId="AD" clId="Web-{DE6E26F1-E939-4FAB-903E-0275947DF7C9}" dt="2021-03-24T16:33:38.396" v="624"/>
        <pc:sldMkLst>
          <pc:docMk/>
          <pc:sldMk cId="0" sldId="272"/>
        </pc:sldMkLst>
      </pc:sldChg>
      <pc:sldChg chg="modSp">
        <pc:chgData name="Sachin  Neupane" userId="S::sachinneupane@samriddhicollege.edu.np::d21c9b6f-0979-4b1c-a91e-ffea27d935d3" providerId="AD" clId="Web-{DE6E26F1-E939-4FAB-903E-0275947DF7C9}" dt="2021-03-24T16:30:50.422" v="549" actId="20577"/>
        <pc:sldMkLst>
          <pc:docMk/>
          <pc:sldMk cId="0" sldId="273"/>
        </pc:sldMkLst>
        <pc:spChg chg="mod">
          <ac:chgData name="Sachin  Neupane" userId="S::sachinneupane@samriddhicollege.edu.np::d21c9b6f-0979-4b1c-a91e-ffea27d935d3" providerId="AD" clId="Web-{DE6E26F1-E939-4FAB-903E-0275947DF7C9}" dt="2021-03-24T16:30:50.422" v="549" actId="20577"/>
          <ac:spMkLst>
            <pc:docMk/>
            <pc:sldMk cId="0" sldId="273"/>
            <ac:spMk id="2" creationId="{00000000-0000-0000-0000-000000000000}"/>
          </ac:spMkLst>
        </pc:spChg>
      </pc:sldChg>
      <pc:sldChg chg="modSp">
        <pc:chgData name="Sachin  Neupane" userId="S::sachinneupane@samriddhicollege.edu.np::d21c9b6f-0979-4b1c-a91e-ffea27d935d3" providerId="AD" clId="Web-{DE6E26F1-E939-4FAB-903E-0275947DF7C9}" dt="2021-03-24T16:35:04.726" v="665" actId="20577"/>
        <pc:sldMkLst>
          <pc:docMk/>
          <pc:sldMk cId="0" sldId="274"/>
        </pc:sldMkLst>
        <pc:spChg chg="mod">
          <ac:chgData name="Sachin  Neupane" userId="S::sachinneupane@samriddhicollege.edu.np::d21c9b6f-0979-4b1c-a91e-ffea27d935d3" providerId="AD" clId="Web-{DE6E26F1-E939-4FAB-903E-0275947DF7C9}" dt="2021-03-24T16:35:04.726" v="665" actId="20577"/>
          <ac:spMkLst>
            <pc:docMk/>
            <pc:sldMk cId="0" sldId="274"/>
            <ac:spMk id="3" creationId="{00000000-0000-0000-0000-000000000000}"/>
          </ac:spMkLst>
        </pc:spChg>
      </pc:sldChg>
      <pc:sldChg chg="del">
        <pc:chgData name="Sachin  Neupane" userId="S::sachinneupane@samriddhicollege.edu.np::d21c9b6f-0979-4b1c-a91e-ffea27d935d3" providerId="AD" clId="Web-{DE6E26F1-E939-4FAB-903E-0275947DF7C9}" dt="2021-03-24T16:35:06.398" v="666"/>
        <pc:sldMkLst>
          <pc:docMk/>
          <pc:sldMk cId="0" sldId="27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1D8BD707-D9CF-40AE-B4C6-C98DA3205C09}" type="datetimeFigureOut">
              <a:rPr lang="en-US" smtClean="0"/>
              <a:pPr/>
              <a:t>3/24/2021</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3/24/2021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3/24/2021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3/24/2021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3/24/2021</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228600"/>
            <a:ext cx="7851648" cy="609600"/>
          </a:xfrm>
        </p:spPr>
        <p:txBody>
          <a:bodyPr>
            <a:normAutofit fontScale="90000"/>
          </a:bodyPr>
          <a:lstStyle/>
          <a:p>
            <a:pPr algn="l"/>
            <a:r>
              <a:rPr lang="en-US" dirty="0"/>
              <a:t>Presentation</a:t>
            </a:r>
          </a:p>
        </p:txBody>
      </p:sp>
      <p:sp>
        <p:nvSpPr>
          <p:cNvPr id="3" name="Subtitle 2"/>
          <p:cNvSpPr>
            <a:spLocks noGrp="1"/>
          </p:cNvSpPr>
          <p:nvPr>
            <p:ph type="subTitle" idx="1"/>
          </p:nvPr>
        </p:nvSpPr>
        <p:spPr>
          <a:xfrm>
            <a:off x="533400" y="762000"/>
            <a:ext cx="8382000" cy="5791200"/>
          </a:xfrm>
        </p:spPr>
        <p:txBody>
          <a:bodyPr vert="horz" lIns="0" tIns="45720" rIns="18288" bIns="45720" anchor="t">
            <a:normAutofit/>
          </a:bodyPr>
          <a:lstStyle/>
          <a:p>
            <a:pPr algn="l"/>
            <a:r>
              <a:rPr lang="en-US" sz="2800" dirty="0"/>
              <a:t>-A presentation is the process of presenting a topic to an audience. </a:t>
            </a:r>
            <a:endParaRPr lang="en-US"/>
          </a:p>
          <a:p>
            <a:pPr algn="l"/>
            <a:r>
              <a:rPr lang="en-US" sz="2800" dirty="0"/>
              <a:t>-It is typically a demonstration, introduction, lecture, or speech meant to inform, persuade, inspire, motivate, or to build good will or to present a new idea or product. </a:t>
            </a:r>
            <a:endParaRPr lang="en-US"/>
          </a:p>
          <a:p>
            <a:pPr algn="l"/>
            <a:r>
              <a:rPr lang="en-US" sz="2800" dirty="0"/>
              <a:t>-It can further be described as an activity where a presenter presents his/her ideas, explains a process, provides information, or raises questions regarding a subject.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vert="horz" lIns="0" tIns="45720" rIns="0" bIns="0" anchor="b">
            <a:normAutofit/>
          </a:bodyPr>
          <a:lstStyle/>
          <a:p>
            <a:r>
              <a:rPr lang="en-US" b="1" dirty="0"/>
              <a:t>Presentation</a:t>
            </a:r>
            <a:endParaRPr lang="en-US" dirty="0"/>
          </a:p>
        </p:txBody>
      </p:sp>
      <p:sp>
        <p:nvSpPr>
          <p:cNvPr id="3" name="Content Placeholder 2"/>
          <p:cNvSpPr>
            <a:spLocks noGrp="1"/>
          </p:cNvSpPr>
          <p:nvPr>
            <p:ph idx="1"/>
          </p:nvPr>
        </p:nvSpPr>
        <p:spPr>
          <a:xfrm>
            <a:off x="457200" y="1219200"/>
            <a:ext cx="8229600" cy="5105400"/>
          </a:xfrm>
        </p:spPr>
        <p:txBody>
          <a:bodyPr vert="horz" lIns="91440" tIns="45720" rIns="91440" bIns="45720" anchor="t">
            <a:normAutofit/>
          </a:bodyPr>
          <a:lstStyle/>
          <a:p>
            <a:pPr>
              <a:buNone/>
            </a:pPr>
            <a:r>
              <a:rPr lang="en-US" dirty="0"/>
              <a:t>-Presentations comprise various verbal and non-verbal means of communication including intonation, eye-contact, speech preparation and engaging an audience. </a:t>
            </a:r>
            <a:endParaRPr lang="en-US"/>
          </a:p>
          <a:p>
            <a:pPr>
              <a:buNone/>
            </a:pPr>
            <a:r>
              <a:rPr lang="en-US" dirty="0"/>
              <a:t>-Presentations should address the need of information, recognition of the audience, well preparation and many more. </a:t>
            </a:r>
            <a:endParaRPr lang="en-US"/>
          </a:p>
          <a:p>
            <a:pPr>
              <a:buNone/>
            </a:pPr>
            <a:r>
              <a:rPr lang="en-US" dirty="0"/>
              <a:t>-While presenting, it is always important to understand the mood of our audience, the clarity in presentation, body language, facial expressions, use of appropriate visual aids, confidence and mastery over multimedia skills.</a:t>
            </a:r>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vert="horz" lIns="0" tIns="45720" rIns="0" bIns="0" anchor="b">
            <a:normAutofit fontScale="90000"/>
          </a:bodyPr>
          <a:lstStyle/>
          <a:p>
            <a:r>
              <a:rPr lang="en-US" b="1" dirty="0"/>
              <a:t>Presentation</a:t>
            </a:r>
            <a:endParaRPr lang="en-US" dirty="0"/>
          </a:p>
        </p:txBody>
      </p:sp>
      <p:sp>
        <p:nvSpPr>
          <p:cNvPr id="3" name="Content Placeholder 2"/>
          <p:cNvSpPr>
            <a:spLocks noGrp="1"/>
          </p:cNvSpPr>
          <p:nvPr>
            <p:ph idx="1"/>
          </p:nvPr>
        </p:nvSpPr>
        <p:spPr>
          <a:xfrm>
            <a:off x="457200" y="990600"/>
            <a:ext cx="8229600" cy="5334000"/>
          </a:xfrm>
        </p:spPr>
        <p:txBody>
          <a:bodyPr vert="horz" lIns="91440" tIns="45720" rIns="91440" bIns="45720" anchor="t">
            <a:normAutofit/>
          </a:bodyPr>
          <a:lstStyle/>
          <a:p>
            <a:pPr>
              <a:buNone/>
            </a:pPr>
            <a:r>
              <a:rPr lang="en-US" dirty="0"/>
              <a:t>-Presentations are considered important to persuade, to inform, to entertain and to motivate the audience. </a:t>
            </a:r>
            <a:endParaRPr lang="en-US"/>
          </a:p>
          <a:p>
            <a:pPr>
              <a:buNone/>
            </a:pPr>
            <a:r>
              <a:rPr lang="en-US" dirty="0"/>
              <a:t>-Through presentations, we can convey the messages of our organization and make our mission and vision clear.  </a:t>
            </a:r>
          </a:p>
          <a:p>
            <a:pPr>
              <a:buNone/>
            </a:pPr>
            <a:r>
              <a:rPr lang="en-US" dirty="0"/>
              <a:t>-Presentations help enhance the personality of the presenter in an organization and it can also build self-confidence and status.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4031"/>
            <a:ext cx="8229600" cy="685800"/>
          </a:xfrm>
        </p:spPr>
        <p:txBody>
          <a:bodyPr vert="horz" lIns="0" tIns="45720" rIns="0" bIns="0" anchor="b">
            <a:normAutofit fontScale="90000"/>
          </a:bodyPr>
          <a:lstStyle/>
          <a:p>
            <a:br>
              <a:rPr lang="en-US" dirty="0"/>
            </a:br>
            <a:br>
              <a:rPr lang="en-US" dirty="0"/>
            </a:br>
            <a:br>
              <a:rPr lang="en-US" dirty="0"/>
            </a:br>
            <a:br>
              <a:rPr lang="en-US" dirty="0"/>
            </a:br>
            <a:r>
              <a:rPr lang="en-US" dirty="0"/>
              <a:t> Processes of Presentation</a:t>
            </a:r>
          </a:p>
        </p:txBody>
      </p:sp>
      <p:sp>
        <p:nvSpPr>
          <p:cNvPr id="3" name="Content Placeholder 2"/>
          <p:cNvSpPr>
            <a:spLocks noGrp="1"/>
          </p:cNvSpPr>
          <p:nvPr>
            <p:ph idx="1"/>
          </p:nvPr>
        </p:nvSpPr>
        <p:spPr>
          <a:xfrm>
            <a:off x="457200" y="990600"/>
            <a:ext cx="8229600" cy="5334000"/>
          </a:xfrm>
        </p:spPr>
        <p:txBody>
          <a:bodyPr vert="horz" lIns="91440" tIns="45720" rIns="91440" bIns="45720" anchor="t">
            <a:normAutofit fontScale="70000" lnSpcReduction="20000"/>
          </a:bodyPr>
          <a:lstStyle/>
          <a:p>
            <a:pPr>
              <a:buNone/>
            </a:pPr>
            <a:r>
              <a:rPr lang="en-US" b="1" dirty="0"/>
              <a:t>1. Planning</a:t>
            </a:r>
          </a:p>
          <a:p>
            <a:pPr lvl="0">
              <a:buNone/>
            </a:pPr>
            <a:r>
              <a:rPr lang="en-US" dirty="0"/>
              <a:t>Know your listeners</a:t>
            </a:r>
          </a:p>
          <a:p>
            <a:pPr lvl="0">
              <a:buNone/>
            </a:pPr>
            <a:r>
              <a:rPr lang="en-US" dirty="0"/>
              <a:t>Analysis of the circumstances</a:t>
            </a:r>
          </a:p>
          <a:p>
            <a:pPr lvl="0">
              <a:buNone/>
            </a:pPr>
            <a:r>
              <a:rPr lang="en-US" dirty="0"/>
              <a:t>Location and size of the audience</a:t>
            </a:r>
          </a:p>
          <a:p>
            <a:pPr>
              <a:buNone/>
            </a:pPr>
            <a:endParaRPr lang="en-US" dirty="0"/>
          </a:p>
          <a:p>
            <a:pPr>
              <a:buNone/>
            </a:pPr>
            <a:r>
              <a:rPr lang="en-US" b="1" dirty="0"/>
              <a:t>2. Organizing and Composing</a:t>
            </a:r>
          </a:p>
          <a:p>
            <a:pPr lvl="0">
              <a:buNone/>
            </a:pPr>
            <a:r>
              <a:rPr lang="en-US" dirty="0"/>
              <a:t>Brainstorming</a:t>
            </a:r>
          </a:p>
          <a:p>
            <a:pPr lvl="0">
              <a:buNone/>
            </a:pPr>
            <a:r>
              <a:rPr lang="en-US" dirty="0"/>
              <a:t>Getting the hard information</a:t>
            </a:r>
          </a:p>
          <a:p>
            <a:pPr lvl="0">
              <a:buNone/>
            </a:pPr>
            <a:r>
              <a:rPr lang="en-US" dirty="0"/>
              <a:t>Drafting</a:t>
            </a:r>
          </a:p>
          <a:p>
            <a:pPr lvl="0">
              <a:buNone/>
            </a:pPr>
            <a:r>
              <a:rPr lang="en-US" dirty="0"/>
              <a:t>Visual aids</a:t>
            </a:r>
          </a:p>
          <a:p>
            <a:pPr lvl="0">
              <a:buNone/>
            </a:pPr>
            <a:r>
              <a:rPr lang="en-US" dirty="0"/>
              <a:t>Rough draft</a:t>
            </a:r>
          </a:p>
          <a:p>
            <a:pPr lvl="0">
              <a:buNone/>
            </a:pPr>
            <a:endParaRPr lang="en-US" dirty="0"/>
          </a:p>
          <a:p>
            <a:pPr>
              <a:buNone/>
            </a:pPr>
            <a:r>
              <a:rPr lang="en-US" b="1" dirty="0"/>
              <a:t>3. Completing</a:t>
            </a:r>
          </a:p>
          <a:p>
            <a:pPr lvl="0">
              <a:buNone/>
            </a:pPr>
            <a:r>
              <a:rPr lang="en-US" dirty="0"/>
              <a:t>Rehearsing</a:t>
            </a:r>
          </a:p>
          <a:p>
            <a:pPr lvl="0">
              <a:buNone/>
            </a:pPr>
            <a:endParaRPr lang="en-US" dirty="0"/>
          </a:p>
          <a:p>
            <a:pPr>
              <a:buNone/>
            </a:pPr>
            <a:r>
              <a:rPr lang="en-US" b="1" dirty="0"/>
              <a:t>4. Delivering the presentation</a:t>
            </a:r>
          </a:p>
          <a:p>
            <a:pPr lvl="0">
              <a:buNone/>
            </a:pPr>
            <a:r>
              <a:rPr lang="en-US" dirty="0"/>
              <a:t>Delivery of your speech</a:t>
            </a:r>
          </a:p>
          <a:p>
            <a:pPr lvl="0">
              <a:buNone/>
            </a:pPr>
            <a:r>
              <a:rPr lang="en-US" dirty="0"/>
              <a:t>Handling questions</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fontScale="90000"/>
          </a:bodyPr>
          <a:lstStyle/>
          <a:p>
            <a:br>
              <a:rPr lang="en-US" dirty="0"/>
            </a:br>
            <a:r>
              <a:rPr lang="en-US" b="1" dirty="0"/>
              <a:t> 1. Planning</a:t>
            </a:r>
            <a:endParaRPr lang="en-US" dirty="0"/>
          </a:p>
        </p:txBody>
      </p:sp>
      <p:sp>
        <p:nvSpPr>
          <p:cNvPr id="3" name="Content Placeholder 2"/>
          <p:cNvSpPr>
            <a:spLocks noGrp="1"/>
          </p:cNvSpPr>
          <p:nvPr>
            <p:ph idx="1"/>
          </p:nvPr>
        </p:nvSpPr>
        <p:spPr>
          <a:xfrm>
            <a:off x="457200" y="990600"/>
            <a:ext cx="8229600" cy="5562600"/>
          </a:xfrm>
        </p:spPr>
        <p:txBody>
          <a:bodyPr vert="horz" lIns="91440" tIns="45720" rIns="91440" bIns="45720" anchor="t">
            <a:normAutofit lnSpcReduction="10000"/>
          </a:bodyPr>
          <a:lstStyle/>
          <a:p>
            <a:pPr marL="514350" indent="-514350">
              <a:buNone/>
            </a:pPr>
            <a:r>
              <a:rPr lang="en-US" b="1" dirty="0"/>
              <a:t>A. Know your listeners:</a:t>
            </a:r>
            <a:r>
              <a:rPr lang="en-US" dirty="0"/>
              <a:t> </a:t>
            </a:r>
            <a:endParaRPr lang="en-US"/>
          </a:p>
          <a:p>
            <a:pPr marL="514350" indent="-514350">
              <a:buNone/>
            </a:pPr>
            <a:r>
              <a:rPr lang="en-US" dirty="0"/>
              <a:t>-The presenters have to think from the audience's perspectives. </a:t>
            </a:r>
            <a:endParaRPr lang="en-US"/>
          </a:p>
          <a:p>
            <a:pPr marL="514350" indent="-514350">
              <a:buNone/>
            </a:pPr>
            <a:r>
              <a:rPr lang="en-US" dirty="0"/>
              <a:t>-This portion particularly includes three questions: What do my audiences know? What do they want to know? What do they need to know? </a:t>
            </a:r>
          </a:p>
          <a:p>
            <a:pPr marL="514350" indent="-514350">
              <a:buNone/>
            </a:pPr>
            <a:r>
              <a:rPr lang="en-US" dirty="0"/>
              <a:t> -After having considered the needs of the specific audience,  we can gather information about the demographics of the group—information such as the age, sex, income, and educational level of your group. </a:t>
            </a:r>
          </a:p>
          <a:p>
            <a:pPr marL="514350" lvl="0" indent="-514350">
              <a:buNone/>
            </a:pPr>
            <a:r>
              <a:rPr lang="en-US" dirty="0"/>
              <a:t>-What do I want to inform my audiences about?</a:t>
            </a:r>
          </a:p>
          <a:p>
            <a:pPr marL="0" lvl="0" indent="0">
              <a:buNone/>
            </a:pPr>
            <a:r>
              <a:rPr lang="en-US" dirty="0"/>
              <a:t>-What do I want to persuade or convince them of?</a:t>
            </a:r>
          </a:p>
          <a:p>
            <a:pPr marL="0" lvl="0" indent="0">
              <a:buNone/>
            </a:pPr>
            <a:r>
              <a:rPr lang="en-US" dirty="0"/>
              <a:t>-What do I want to happen as a result of this document?</a:t>
            </a:r>
          </a:p>
          <a:p>
            <a:pPr marL="514350" indent="-51435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US" b="1" dirty="0"/>
              <a:t>1. Planning</a:t>
            </a:r>
            <a:endParaRPr lang="en-US" dirty="0"/>
          </a:p>
        </p:txBody>
      </p:sp>
      <p:sp>
        <p:nvSpPr>
          <p:cNvPr id="3" name="Content Placeholder 2"/>
          <p:cNvSpPr>
            <a:spLocks noGrp="1"/>
          </p:cNvSpPr>
          <p:nvPr>
            <p:ph idx="1"/>
          </p:nvPr>
        </p:nvSpPr>
        <p:spPr>
          <a:xfrm>
            <a:off x="457200" y="990600"/>
            <a:ext cx="8229600" cy="5334000"/>
          </a:xfrm>
        </p:spPr>
        <p:txBody>
          <a:bodyPr vert="horz" lIns="91440" tIns="45720" rIns="91440" bIns="45720" anchor="t">
            <a:normAutofit/>
          </a:bodyPr>
          <a:lstStyle/>
          <a:p>
            <a:pPr>
              <a:buNone/>
            </a:pPr>
            <a:r>
              <a:rPr lang="en-US" b="1" dirty="0"/>
              <a:t>B. Analysis of the circumstances:</a:t>
            </a:r>
            <a:r>
              <a:rPr lang="en-US" dirty="0"/>
              <a:t> We need to analyze the audience on the bases of different circumstances. We need to understand the knowledge level, role, interest, cultural backgrounds, age and sex of our audiences. </a:t>
            </a:r>
          </a:p>
          <a:p>
            <a:pPr>
              <a:buNone/>
            </a:pPr>
            <a:r>
              <a:rPr lang="en-US" b="1" dirty="0"/>
              <a:t>C. Location and size of audience:</a:t>
            </a:r>
            <a:r>
              <a:rPr lang="en-US" dirty="0"/>
              <a:t> The accessibility to the location and physical facilities of the presentation room affect the presentation. If the size of the audience is large, other technical devices and facilities are to be well managed ( video, slide, audio, and overhead projector facilities, size of the hall, seat arrangements, ACs, refreshments).</a:t>
            </a: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vert="horz" lIns="0" tIns="45720" rIns="0" bIns="0" anchor="b">
            <a:normAutofit fontScale="90000"/>
          </a:bodyPr>
          <a:lstStyle/>
          <a:p>
            <a:r>
              <a:rPr lang="en-US" b="1" dirty="0"/>
              <a:t>2. Organizing and Composing</a:t>
            </a:r>
            <a:endParaRPr lang="en-US" dirty="0"/>
          </a:p>
        </p:txBody>
      </p:sp>
      <p:sp>
        <p:nvSpPr>
          <p:cNvPr id="3" name="Content Placeholder 2"/>
          <p:cNvSpPr>
            <a:spLocks noGrp="1"/>
          </p:cNvSpPr>
          <p:nvPr>
            <p:ph idx="1"/>
          </p:nvPr>
        </p:nvSpPr>
        <p:spPr>
          <a:xfrm>
            <a:off x="457200" y="1066800"/>
            <a:ext cx="8229600" cy="5257800"/>
          </a:xfrm>
        </p:spPr>
        <p:txBody>
          <a:bodyPr vert="horz" lIns="91440" tIns="45720" rIns="91440" bIns="45720" anchor="t">
            <a:normAutofit/>
          </a:bodyPr>
          <a:lstStyle/>
          <a:p>
            <a:pPr>
              <a:buNone/>
            </a:pPr>
            <a:r>
              <a:rPr lang="en-US" b="1" dirty="0"/>
              <a:t>A. Brainstorming</a:t>
            </a:r>
            <a:r>
              <a:rPr lang="en-US" dirty="0"/>
              <a:t>: </a:t>
            </a:r>
            <a:endParaRPr lang="en-US"/>
          </a:p>
          <a:p>
            <a:pPr>
              <a:buNone/>
            </a:pPr>
            <a:r>
              <a:rPr lang="en-US" dirty="0"/>
              <a:t>-Brainstorming is the process of generating as many ideas as possible. Brainstorming helps make a list of ideas related to the topic of the presentation. </a:t>
            </a:r>
          </a:p>
          <a:p>
            <a:pPr>
              <a:buNone/>
            </a:pPr>
            <a:r>
              <a:rPr lang="en-US" dirty="0"/>
              <a:t>-We can write down useful quotes, ideas, anecdotes, facts, figures, examples, anything. </a:t>
            </a:r>
          </a:p>
          <a:p>
            <a:pPr>
              <a:buNone/>
            </a:pPr>
            <a:r>
              <a:rPr lang="en-US" dirty="0"/>
              <a:t>-We can create our experiences and personal stories without concerning their style and organization. </a:t>
            </a:r>
            <a:endParaRPr lang="en-US"/>
          </a:p>
          <a:p>
            <a:pPr>
              <a:buNone/>
            </a:pPr>
            <a:r>
              <a:rPr lang="en-US" dirty="0"/>
              <a:t>-We can arrange our ideas on the bases of audience and their knowledge, cultural backgrounds, age, interest, etc.</a:t>
            </a:r>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vert="horz" lIns="0" tIns="45720" rIns="0" bIns="0" anchor="b">
            <a:normAutofit/>
          </a:bodyPr>
          <a:lstStyle/>
          <a:p>
            <a:r>
              <a:rPr lang="en-US" b="1" dirty="0"/>
              <a:t>2. </a:t>
            </a:r>
            <a:r>
              <a:rPr lang="en-US" b="1" dirty="0">
                <a:ea typeface="+mj-lt"/>
                <a:cs typeface="+mj-lt"/>
              </a:rPr>
              <a:t>Organizing and Composing</a:t>
            </a:r>
            <a:endParaRPr lang="en-US" dirty="0"/>
          </a:p>
        </p:txBody>
      </p:sp>
      <p:sp>
        <p:nvSpPr>
          <p:cNvPr id="3" name="Content Placeholder 2"/>
          <p:cNvSpPr>
            <a:spLocks noGrp="1"/>
          </p:cNvSpPr>
          <p:nvPr>
            <p:ph idx="1"/>
          </p:nvPr>
        </p:nvSpPr>
        <p:spPr>
          <a:xfrm>
            <a:off x="457200" y="1219200"/>
            <a:ext cx="8229600" cy="5105400"/>
          </a:xfrm>
        </p:spPr>
        <p:txBody>
          <a:bodyPr vert="horz" lIns="91440" tIns="45720" rIns="91440" bIns="45720" anchor="t">
            <a:normAutofit/>
          </a:bodyPr>
          <a:lstStyle/>
          <a:p>
            <a:pPr>
              <a:buNone/>
            </a:pPr>
            <a:r>
              <a:rPr lang="en-US" b="1" dirty="0"/>
              <a:t>B</a:t>
            </a:r>
            <a:r>
              <a:rPr lang="en-US" dirty="0"/>
              <a:t>. </a:t>
            </a:r>
            <a:r>
              <a:rPr lang="en-US" b="1" dirty="0"/>
              <a:t>Collect hard information</a:t>
            </a:r>
            <a:r>
              <a:rPr lang="en-US" dirty="0"/>
              <a:t>: </a:t>
            </a:r>
            <a:endParaRPr lang="en-US"/>
          </a:p>
          <a:p>
            <a:pPr>
              <a:buNone/>
            </a:pPr>
            <a:endParaRPr lang="en-US" dirty="0"/>
          </a:p>
          <a:p>
            <a:pPr>
              <a:buNone/>
            </a:pPr>
            <a:endParaRPr lang="en-US" dirty="0"/>
          </a:p>
          <a:p>
            <a:pPr>
              <a:buNone/>
            </a:pPr>
            <a:r>
              <a:rPr lang="en-US" dirty="0"/>
              <a:t>-Find other statistics and data to support your ideas.</a:t>
            </a:r>
          </a:p>
          <a:p>
            <a:pPr>
              <a:buNone/>
            </a:pPr>
            <a:r>
              <a:rPr lang="en-US" dirty="0"/>
              <a:t>-Use sufficient evidences to prop the ideas (evidences increase the quality of presentation too). </a:t>
            </a:r>
          </a:p>
          <a:p>
            <a:pPr>
              <a:buNone/>
            </a:pPr>
            <a:r>
              <a:rPr lang="en-US" dirty="0"/>
              <a:t>-Make enough reading for the collection of information. </a:t>
            </a:r>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09600"/>
          </a:xfrm>
        </p:spPr>
        <p:txBody>
          <a:bodyPr vert="horz" lIns="0" tIns="45720" rIns="0" bIns="0" anchor="b">
            <a:normAutofit fontScale="90000"/>
          </a:bodyPr>
          <a:lstStyle/>
          <a:p>
            <a:r>
              <a:rPr lang="en-US" b="1" dirty="0"/>
              <a:t>2. </a:t>
            </a:r>
            <a:r>
              <a:rPr lang="en-US" b="1" dirty="0">
                <a:ea typeface="+mj-lt"/>
                <a:cs typeface="+mj-lt"/>
              </a:rPr>
              <a:t>Organizing and Composing</a:t>
            </a:r>
            <a:endParaRPr lang="en-US" dirty="0"/>
          </a:p>
        </p:txBody>
      </p:sp>
      <p:sp>
        <p:nvSpPr>
          <p:cNvPr id="3" name="Content Placeholder 2"/>
          <p:cNvSpPr>
            <a:spLocks noGrp="1"/>
          </p:cNvSpPr>
          <p:nvPr>
            <p:ph idx="1"/>
          </p:nvPr>
        </p:nvSpPr>
        <p:spPr>
          <a:xfrm>
            <a:off x="457200" y="1295400"/>
            <a:ext cx="8229600" cy="5029200"/>
          </a:xfrm>
        </p:spPr>
        <p:txBody>
          <a:bodyPr vert="horz" lIns="91440" tIns="45720" rIns="91440" bIns="45720" anchor="t">
            <a:normAutofit/>
          </a:bodyPr>
          <a:lstStyle/>
          <a:p>
            <a:pPr>
              <a:buNone/>
            </a:pPr>
            <a:r>
              <a:rPr lang="en-US" b="1" dirty="0"/>
              <a:t>C. Drafting:</a:t>
            </a:r>
            <a:r>
              <a:rPr lang="en-US" dirty="0"/>
              <a:t> </a:t>
            </a:r>
            <a:endParaRPr lang="en-US"/>
          </a:p>
          <a:p>
            <a:pPr>
              <a:buNone/>
            </a:pPr>
            <a:r>
              <a:rPr lang="en-US" dirty="0"/>
              <a:t>-Drafting is the beginning of the writing in presentation process.  </a:t>
            </a:r>
            <a:endParaRPr lang="en-US"/>
          </a:p>
          <a:p>
            <a:pPr>
              <a:buNone/>
            </a:pPr>
            <a:r>
              <a:rPr lang="en-US" dirty="0"/>
              <a:t>-When drafting, we write the first, second, and third (or more) versions. </a:t>
            </a:r>
          </a:p>
          <a:p>
            <a:pPr>
              <a:buNone/>
            </a:pPr>
            <a:r>
              <a:rPr lang="en-US" b="1" dirty="0"/>
              <a:t>Parts of a draft:</a:t>
            </a:r>
          </a:p>
          <a:p>
            <a:pPr>
              <a:buFont typeface="Wingdings" pitchFamily="2" charset="2"/>
              <a:buChar char="§"/>
            </a:pPr>
            <a:r>
              <a:rPr lang="en-US" dirty="0"/>
              <a:t>Introduction(</a:t>
            </a:r>
            <a:r>
              <a:rPr lang="en-US" dirty="0">
                <a:ea typeface="+mn-lt"/>
                <a:cs typeface="+mn-lt"/>
              </a:rPr>
              <a:t>introduction, gratitude)</a:t>
            </a:r>
          </a:p>
          <a:p>
            <a:pPr>
              <a:buFont typeface="Wingdings 2" pitchFamily="2" charset="2"/>
              <a:buChar char=""/>
            </a:pPr>
            <a:r>
              <a:rPr lang="en-US" dirty="0"/>
              <a:t>Body/Discussion (</a:t>
            </a:r>
            <a:r>
              <a:rPr lang="en-US" dirty="0">
                <a:ea typeface="+mn-lt"/>
                <a:cs typeface="+mn-lt"/>
              </a:rPr>
              <a:t>elaborate ideas and arguments, evidences) </a:t>
            </a:r>
            <a:endParaRPr lang="en-US" dirty="0"/>
          </a:p>
          <a:p>
            <a:pPr>
              <a:buFont typeface="Wingdings" pitchFamily="2" charset="2"/>
              <a:buChar char="§"/>
            </a:pPr>
            <a:r>
              <a:rPr lang="en-US" dirty="0"/>
              <a:t>Conclusion (short repetition)</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5800"/>
          </a:xfrm>
        </p:spPr>
        <p:txBody>
          <a:bodyPr vert="horz" lIns="0" tIns="45720" rIns="0" bIns="0" anchor="b">
            <a:normAutofit fontScale="90000"/>
          </a:bodyPr>
          <a:lstStyle/>
          <a:p>
            <a:r>
              <a:rPr lang="en-US" dirty="0"/>
              <a:t>2. </a:t>
            </a:r>
            <a:r>
              <a:rPr lang="en-US" b="1" dirty="0">
                <a:ea typeface="+mj-lt"/>
                <a:cs typeface="+mj-lt"/>
              </a:rPr>
              <a:t>Organizing and Composing</a:t>
            </a:r>
            <a:endParaRPr lang="en-US" dirty="0"/>
          </a:p>
        </p:txBody>
      </p:sp>
      <p:sp>
        <p:nvSpPr>
          <p:cNvPr id="3" name="Content Placeholder 2"/>
          <p:cNvSpPr>
            <a:spLocks noGrp="1"/>
          </p:cNvSpPr>
          <p:nvPr>
            <p:ph idx="1"/>
          </p:nvPr>
        </p:nvSpPr>
        <p:spPr>
          <a:xfrm>
            <a:off x="457200" y="990600"/>
            <a:ext cx="8229600" cy="5562600"/>
          </a:xfrm>
        </p:spPr>
        <p:txBody>
          <a:bodyPr vert="horz" lIns="91440" tIns="45720" rIns="91440" bIns="45720" anchor="t">
            <a:normAutofit fontScale="92500" lnSpcReduction="10000"/>
          </a:bodyPr>
          <a:lstStyle/>
          <a:p>
            <a:pPr>
              <a:buNone/>
            </a:pPr>
            <a:r>
              <a:rPr lang="en-US" b="1" dirty="0"/>
              <a:t>D. Visual Aids</a:t>
            </a:r>
            <a:endParaRPr lang="en-US" dirty="0"/>
          </a:p>
          <a:p>
            <a:pPr>
              <a:buNone/>
            </a:pPr>
            <a:r>
              <a:rPr lang="en-US" dirty="0"/>
              <a:t>-Effective tools </a:t>
            </a:r>
          </a:p>
          <a:p>
            <a:pPr>
              <a:buNone/>
            </a:pPr>
            <a:r>
              <a:rPr lang="en-US" dirty="0"/>
              <a:t>-The more visual aids are used, the better our presentation will be.</a:t>
            </a:r>
          </a:p>
          <a:p>
            <a:pPr>
              <a:buNone/>
            </a:pPr>
            <a:r>
              <a:rPr lang="en-US" dirty="0"/>
              <a:t>-Visual aids can be used to demystify complex facts, arguments and data. </a:t>
            </a:r>
          </a:p>
          <a:p>
            <a:pPr>
              <a:buNone/>
            </a:pPr>
            <a:r>
              <a:rPr lang="en-US" dirty="0"/>
              <a:t>-Visual aids can attract the attention of our audiences. </a:t>
            </a:r>
          </a:p>
          <a:p>
            <a:pPr>
              <a:buNone/>
            </a:pPr>
            <a:r>
              <a:rPr lang="en-US" b="1" dirty="0"/>
              <a:t>Some Visual aids:</a:t>
            </a:r>
          </a:p>
          <a:p>
            <a:pPr lvl="0"/>
            <a:r>
              <a:rPr lang="en-US" dirty="0"/>
              <a:t>Overhead projector and transparencies</a:t>
            </a:r>
          </a:p>
          <a:p>
            <a:pPr lvl="0"/>
            <a:r>
              <a:rPr lang="en-US" dirty="0"/>
              <a:t>Whiteboard.</a:t>
            </a:r>
          </a:p>
          <a:p>
            <a:pPr lvl="0"/>
            <a:r>
              <a:rPr lang="en-US" dirty="0"/>
              <a:t>Flip charts to prepare.</a:t>
            </a:r>
          </a:p>
          <a:p>
            <a:pPr lvl="0"/>
            <a:r>
              <a:rPr lang="en-US" dirty="0"/>
              <a:t>Video clips.</a:t>
            </a:r>
          </a:p>
          <a:p>
            <a:pPr lvl="0"/>
            <a:r>
              <a:rPr lang="en-US" dirty="0"/>
              <a:t>Models and/or samples.</a:t>
            </a:r>
          </a:p>
          <a:p>
            <a:pPr lvl="0"/>
            <a:r>
              <a:rPr lang="en-US" dirty="0"/>
              <a:t>A computer-based program such as Microsoft PowerPoint</a:t>
            </a:r>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Writing</a:t>
            </a:r>
          </a:p>
        </p:txBody>
      </p:sp>
      <p:sp>
        <p:nvSpPr>
          <p:cNvPr id="3" name="Content Placeholder 2"/>
          <p:cNvSpPr>
            <a:spLocks noGrp="1"/>
          </p:cNvSpPr>
          <p:nvPr>
            <p:ph idx="1"/>
          </p:nvPr>
        </p:nvSpPr>
        <p:spPr/>
        <p:txBody>
          <a:bodyPr vert="horz" lIns="91440" tIns="45720" rIns="91440" bIns="45720" anchor="t">
            <a:normAutofit/>
          </a:bodyPr>
          <a:lstStyle/>
          <a:p>
            <a:pPr>
              <a:buNone/>
            </a:pPr>
            <a:r>
              <a:rPr lang="en-US" b="1" dirty="0"/>
              <a:t>E. Rough Draft</a:t>
            </a:r>
            <a:endParaRPr lang="en-US" dirty="0"/>
          </a:p>
          <a:p>
            <a:pPr>
              <a:buNone/>
            </a:pPr>
            <a:r>
              <a:rPr lang="en-US" dirty="0"/>
              <a:t>-After finishing writing presentation, it is better to note down important facts, logics and other points. </a:t>
            </a:r>
          </a:p>
          <a:p>
            <a:pPr>
              <a:buNone/>
            </a:pPr>
            <a:r>
              <a:rPr lang="en-US" dirty="0"/>
              <a:t>-Break your important data into a number of simple, easy-to-remember points. </a:t>
            </a:r>
            <a:endParaRPr lang="en-US"/>
          </a:p>
          <a:p>
            <a:pPr>
              <a:buNone/>
            </a:pPr>
            <a:r>
              <a:rPr lang="en-US" dirty="0"/>
              <a:t>-Write down a single word, a memorable phrase, and a symbol of something to remind you of what to say.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br>
              <a:rPr lang="en-US" b="1" dirty="0"/>
            </a:br>
            <a:br>
              <a:rPr lang="en-US" b="1" dirty="0"/>
            </a:br>
            <a:br>
              <a:rPr lang="en-US" b="1" dirty="0"/>
            </a:br>
            <a:br>
              <a:rPr lang="en-US" b="1" dirty="0"/>
            </a:br>
            <a:br>
              <a:rPr lang="en-US" b="1" dirty="0"/>
            </a:br>
            <a:br>
              <a:rPr lang="en-US" b="1" dirty="0"/>
            </a:br>
            <a:br>
              <a:rPr lang="en-US" dirty="0"/>
            </a:br>
            <a:r>
              <a:rPr lang="en-US" b="1" dirty="0"/>
              <a:t> 3. Completing</a:t>
            </a:r>
            <a:endParaRPr lang="en-US" dirty="0"/>
          </a:p>
        </p:txBody>
      </p:sp>
      <p:sp>
        <p:nvSpPr>
          <p:cNvPr id="3" name="Content Placeholder 2"/>
          <p:cNvSpPr>
            <a:spLocks noGrp="1"/>
          </p:cNvSpPr>
          <p:nvPr>
            <p:ph idx="1"/>
          </p:nvPr>
        </p:nvSpPr>
        <p:spPr>
          <a:xfrm>
            <a:off x="457200" y="914400"/>
            <a:ext cx="8229600" cy="5791200"/>
          </a:xfrm>
        </p:spPr>
        <p:txBody>
          <a:bodyPr vert="horz" lIns="91440" tIns="45720" rIns="91440" bIns="45720" anchor="t">
            <a:normAutofit fontScale="92500" lnSpcReduction="10000"/>
          </a:bodyPr>
          <a:lstStyle/>
          <a:p>
            <a:pPr>
              <a:buNone/>
            </a:pPr>
            <a:r>
              <a:rPr lang="en-US" b="1" dirty="0"/>
              <a:t>A. Rehearsing</a:t>
            </a:r>
          </a:p>
          <a:p>
            <a:pPr>
              <a:buNone/>
            </a:pPr>
            <a:r>
              <a:rPr lang="en-US" dirty="0"/>
              <a:t>-Proper rehearsal can make us strong and expressive. </a:t>
            </a:r>
          </a:p>
          <a:p>
            <a:pPr>
              <a:buNone/>
            </a:pPr>
            <a:r>
              <a:rPr lang="en-US" dirty="0"/>
              <a:t>-Remember the main points of your presentation through practice. </a:t>
            </a:r>
            <a:endParaRPr lang="en-US"/>
          </a:p>
          <a:p>
            <a:pPr>
              <a:buNone/>
            </a:pPr>
            <a:r>
              <a:rPr lang="en-US" dirty="0"/>
              <a:t>-Rehearsing can include recording, videoing, speaking in front of the mirror or in front of the live audience. </a:t>
            </a:r>
          </a:p>
          <a:p>
            <a:pPr>
              <a:buNone/>
            </a:pPr>
            <a:r>
              <a:rPr lang="en-US" b="1" dirty="0"/>
              <a:t>Points to remember</a:t>
            </a:r>
            <a:endParaRPr lang="en-US" dirty="0"/>
          </a:p>
          <a:p>
            <a:r>
              <a:rPr lang="en-US" dirty="0"/>
              <a:t>Try not to stand behind the podium.</a:t>
            </a:r>
          </a:p>
          <a:p>
            <a:pPr lvl="0"/>
            <a:r>
              <a:rPr lang="en-US" dirty="0"/>
              <a:t>Express your power to your audience by speaking confidently.</a:t>
            </a:r>
          </a:p>
          <a:p>
            <a:pPr lvl="0"/>
            <a:r>
              <a:rPr lang="en-US" dirty="0"/>
              <a:t>Stand tall.</a:t>
            </a:r>
          </a:p>
          <a:p>
            <a:pPr lvl="0"/>
            <a:r>
              <a:rPr lang="en-US" dirty="0"/>
              <a:t>Make good use of facial expression and gesture to add feeling and greater meaning to your presentation.</a:t>
            </a:r>
          </a:p>
          <a:p>
            <a:pPr lvl="0"/>
            <a:r>
              <a:rPr lang="en-US" dirty="0"/>
              <a:t>Use your voice well.</a:t>
            </a: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vert="horz" lIns="0" tIns="45720" rIns="0" bIns="0" anchor="b">
            <a:normAutofit/>
          </a:bodyPr>
          <a:lstStyle/>
          <a:p>
            <a:r>
              <a:rPr lang="en-US" dirty="0"/>
              <a:t>4. Delivery/Presentation</a:t>
            </a:r>
          </a:p>
        </p:txBody>
      </p:sp>
      <p:sp>
        <p:nvSpPr>
          <p:cNvPr id="3" name="Content Placeholder 2"/>
          <p:cNvSpPr>
            <a:spLocks noGrp="1"/>
          </p:cNvSpPr>
          <p:nvPr>
            <p:ph idx="1"/>
          </p:nvPr>
        </p:nvSpPr>
        <p:spPr>
          <a:xfrm>
            <a:off x="457200" y="1295400"/>
            <a:ext cx="8229600" cy="5029200"/>
          </a:xfrm>
        </p:spPr>
        <p:txBody>
          <a:bodyPr/>
          <a:lstStyle/>
          <a:p>
            <a:pPr>
              <a:buNone/>
            </a:pPr>
            <a:r>
              <a:rPr lang="en-US" dirty="0"/>
              <a:t>This is the real stage of presentation. Get yourself fully prepared and with confidence. Follow the  given aspects in order to present successfully:</a:t>
            </a:r>
          </a:p>
          <a:p>
            <a:pPr lvl="0"/>
            <a:r>
              <a:rPr lang="en-US" dirty="0"/>
              <a:t>Your start</a:t>
            </a:r>
          </a:p>
          <a:p>
            <a:pPr lvl="0"/>
            <a:r>
              <a:rPr lang="en-US" dirty="0"/>
              <a:t>Audience mood</a:t>
            </a:r>
          </a:p>
          <a:p>
            <a:pPr lvl="0"/>
            <a:r>
              <a:rPr lang="en-US" dirty="0"/>
              <a:t>Your voice</a:t>
            </a:r>
          </a:p>
          <a:p>
            <a:pPr lvl="0"/>
            <a:r>
              <a:rPr lang="en-US" dirty="0"/>
              <a:t>Body language</a:t>
            </a:r>
          </a:p>
          <a:p>
            <a:pPr lvl="0"/>
            <a:r>
              <a:rPr lang="en-US" dirty="0"/>
              <a:t>Your visual aids</a:t>
            </a:r>
          </a:p>
          <a:p>
            <a:pPr lvl="0"/>
            <a:r>
              <a:rPr lang="en-US" dirty="0"/>
              <a:t>Timing</a:t>
            </a:r>
          </a:p>
          <a:p>
            <a:pPr lvl="0"/>
            <a:r>
              <a:rPr lang="en-US" dirty="0"/>
              <a:t>Conclusion</a:t>
            </a:r>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normAutofit fontScale="90000"/>
          </a:bodyPr>
          <a:lstStyle/>
          <a:p>
            <a:br>
              <a:rPr lang="en-US" b="1" dirty="0"/>
            </a:br>
            <a:br>
              <a:rPr lang="en-US" b="1" dirty="0"/>
            </a:br>
            <a:br>
              <a:rPr lang="en-US" b="1" dirty="0"/>
            </a:br>
            <a:br>
              <a:rPr lang="en-US" b="1" dirty="0"/>
            </a:br>
            <a:br>
              <a:rPr lang="en-US" dirty="0"/>
            </a:br>
            <a:r>
              <a:rPr lang="en-US" b="1" dirty="0"/>
              <a:t> 5. Handling Questions</a:t>
            </a:r>
            <a:endParaRPr lang="en-US" dirty="0"/>
          </a:p>
        </p:txBody>
      </p:sp>
      <p:sp>
        <p:nvSpPr>
          <p:cNvPr id="3" name="Content Placeholder 2"/>
          <p:cNvSpPr>
            <a:spLocks noGrp="1"/>
          </p:cNvSpPr>
          <p:nvPr>
            <p:ph idx="1"/>
          </p:nvPr>
        </p:nvSpPr>
        <p:spPr>
          <a:xfrm>
            <a:off x="457200" y="1295400"/>
            <a:ext cx="8229600" cy="5334000"/>
          </a:xfrm>
        </p:spPr>
        <p:txBody>
          <a:bodyPr vert="horz" lIns="91440" tIns="45720" rIns="91440" bIns="45720" anchor="t">
            <a:normAutofit/>
          </a:bodyPr>
          <a:lstStyle/>
          <a:p>
            <a:pPr>
              <a:buNone/>
            </a:pPr>
            <a:r>
              <a:rPr lang="en-US" dirty="0"/>
              <a:t>-Be prepared for the possible questions that can be asked once the presentation is over.</a:t>
            </a:r>
          </a:p>
          <a:p>
            <a:pPr>
              <a:buNone/>
            </a:pPr>
            <a:r>
              <a:rPr lang="en-US" dirty="0"/>
              <a:t>-Prepare answers to some possible questions before presenting. </a:t>
            </a:r>
            <a:endParaRPr lang="en-US"/>
          </a:p>
          <a:p>
            <a:pPr>
              <a:buNone/>
            </a:pPr>
            <a:r>
              <a:rPr lang="en-US" b="1" dirty="0"/>
              <a:t>Follow these points while answering:</a:t>
            </a:r>
            <a:endParaRPr lang="en-US" dirty="0"/>
          </a:p>
          <a:p>
            <a:pPr lvl="0"/>
            <a:r>
              <a:rPr lang="en-US" dirty="0"/>
              <a:t>Maintain your attention towards the person who is asking you a question but look at all the attendees while answering.</a:t>
            </a:r>
          </a:p>
          <a:p>
            <a:pPr lvl="0"/>
            <a:r>
              <a:rPr lang="en-US" dirty="0"/>
              <a:t>Don't hurry to answer the question.</a:t>
            </a:r>
          </a:p>
          <a:p>
            <a:pPr lvl="0"/>
            <a:r>
              <a:rPr lang="en-US" dirty="0"/>
              <a:t>Give genuine replies in case of confusion.</a:t>
            </a:r>
          </a:p>
          <a:p>
            <a:pPr>
              <a:buNone/>
            </a:pP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34</TotalTime>
  <Words>2301</Words>
  <Application>Microsoft Office PowerPoint</Application>
  <PresentationFormat>On-screen Show (4:3)</PresentationFormat>
  <Paragraphs>133</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Flow</vt:lpstr>
      <vt:lpstr>Presentation</vt:lpstr>
      <vt:lpstr>Presentation</vt:lpstr>
      <vt:lpstr>Presentation</vt:lpstr>
      <vt:lpstr>     Processes of Presentation</vt:lpstr>
      <vt:lpstr>  1. Planning</vt:lpstr>
      <vt:lpstr>1. Planning</vt:lpstr>
      <vt:lpstr>2. Organizing and Composing</vt:lpstr>
      <vt:lpstr>2. Organizing and Composing</vt:lpstr>
      <vt:lpstr>2. Organizing and Composing</vt:lpstr>
      <vt:lpstr>2. Organizing and Composing</vt:lpstr>
      <vt:lpstr>2. Writing</vt:lpstr>
      <vt:lpstr>        3. Completing</vt:lpstr>
      <vt:lpstr>4. Delivery/Presentation</vt:lpstr>
      <vt:lpstr>      5. Handling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sameer</dc:creator>
  <cp:lastModifiedBy>sameer</cp:lastModifiedBy>
  <cp:revision>181</cp:revision>
  <dcterms:created xsi:type="dcterms:W3CDTF">2006-08-16T00:00:00Z</dcterms:created>
  <dcterms:modified xsi:type="dcterms:W3CDTF">2021-03-24T16:40:12Z</dcterms:modified>
</cp:coreProperties>
</file>