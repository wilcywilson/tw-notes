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A8532-5749-462D-8814-937FF927970D}" v="31" dt="2021-03-09T14:13:55.171"/>
    <p1510:client id="{4D32B97F-9EB1-4F85-908E-EB8BACBDEED9}" v="130" dt="2021-03-09T14:05:07.149"/>
    <p1510:client id="{5A50E2A1-53AA-4FD9-A5BB-D8C95BA69B9C}" v="49" dt="2021-03-09T14:11:44.379"/>
    <p1510:client id="{F173A508-6703-44A6-8FC4-739BE95558A3}" v="96" dt="2021-03-09T14:09:23.595"/>
    <p1510:client id="{F62D25BA-7202-4E35-A82C-77F7DE1C7E13}" v="4" dt="2021-03-09T14:15:33.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Neupane" userId="S::sachinneupane@samriddhicollege.edu.np::d21c9b6f-0979-4b1c-a91e-ffea27d935d3" providerId="AD" clId="Web-{18FA8532-5749-462D-8814-937FF927970D}"/>
    <pc:docChg chg="addSld modSld">
      <pc:chgData name="Sachin  Neupane" userId="S::sachinneupane@samriddhicollege.edu.np::d21c9b6f-0979-4b1c-a91e-ffea27d935d3" providerId="AD" clId="Web-{18FA8532-5749-462D-8814-937FF927970D}" dt="2021-03-09T14:13:55.171" v="16"/>
      <pc:docMkLst>
        <pc:docMk/>
      </pc:docMkLst>
      <pc:sldChg chg="modSp">
        <pc:chgData name="Sachin  Neupane" userId="S::sachinneupane@samriddhicollege.edu.np::d21c9b6f-0979-4b1c-a91e-ffea27d935d3" providerId="AD" clId="Web-{18FA8532-5749-462D-8814-937FF927970D}" dt="2021-03-09T14:13:27.327" v="7" actId="20577"/>
        <pc:sldMkLst>
          <pc:docMk/>
          <pc:sldMk cId="3757976837" sldId="263"/>
        </pc:sldMkLst>
        <pc:spChg chg="mod">
          <ac:chgData name="Sachin  Neupane" userId="S::sachinneupane@samriddhicollege.edu.np::d21c9b6f-0979-4b1c-a91e-ffea27d935d3" providerId="AD" clId="Web-{18FA8532-5749-462D-8814-937FF927970D}" dt="2021-03-09T14:13:19.842" v="5" actId="20577"/>
          <ac:spMkLst>
            <pc:docMk/>
            <pc:sldMk cId="3757976837" sldId="263"/>
            <ac:spMk id="2" creationId="{7B2F3FB4-454F-4848-A41E-0C8E3019E960}"/>
          </ac:spMkLst>
        </pc:spChg>
        <pc:spChg chg="mod">
          <ac:chgData name="Sachin  Neupane" userId="S::sachinneupane@samriddhicollege.edu.np::d21c9b6f-0979-4b1c-a91e-ffea27d935d3" providerId="AD" clId="Web-{18FA8532-5749-462D-8814-937FF927970D}" dt="2021-03-09T14:13:27.327" v="7" actId="20577"/>
          <ac:spMkLst>
            <pc:docMk/>
            <pc:sldMk cId="3757976837" sldId="263"/>
            <ac:spMk id="3" creationId="{4DA59F85-75E9-4787-BD8E-AE14B7AE4423}"/>
          </ac:spMkLst>
        </pc:spChg>
      </pc:sldChg>
      <pc:sldChg chg="modSp">
        <pc:chgData name="Sachin  Neupane" userId="S::sachinneupane@samriddhicollege.edu.np::d21c9b6f-0979-4b1c-a91e-ffea27d935d3" providerId="AD" clId="Web-{18FA8532-5749-462D-8814-937FF927970D}" dt="2021-03-09T14:13:48.999" v="15" actId="20577"/>
        <pc:sldMkLst>
          <pc:docMk/>
          <pc:sldMk cId="521632791" sldId="264"/>
        </pc:sldMkLst>
        <pc:spChg chg="mod">
          <ac:chgData name="Sachin  Neupane" userId="S::sachinneupane@samriddhicollege.edu.np::d21c9b6f-0979-4b1c-a91e-ffea27d935d3" providerId="AD" clId="Web-{18FA8532-5749-462D-8814-937FF927970D}" dt="2021-03-09T14:13:45.749" v="14" actId="20577"/>
          <ac:spMkLst>
            <pc:docMk/>
            <pc:sldMk cId="521632791" sldId="264"/>
            <ac:spMk id="2" creationId="{89A3FB58-B483-45FF-8229-0ECB0682F446}"/>
          </ac:spMkLst>
        </pc:spChg>
        <pc:spChg chg="mod">
          <ac:chgData name="Sachin  Neupane" userId="S::sachinneupane@samriddhicollege.edu.np::d21c9b6f-0979-4b1c-a91e-ffea27d935d3" providerId="AD" clId="Web-{18FA8532-5749-462D-8814-937FF927970D}" dt="2021-03-09T14:13:48.999" v="15" actId="20577"/>
          <ac:spMkLst>
            <pc:docMk/>
            <pc:sldMk cId="521632791" sldId="264"/>
            <ac:spMk id="3" creationId="{935F258C-203A-47BA-BCCF-21229EF34AB4}"/>
          </ac:spMkLst>
        </pc:spChg>
      </pc:sldChg>
      <pc:sldChg chg="new">
        <pc:chgData name="Sachin  Neupane" userId="S::sachinneupane@samriddhicollege.edu.np::d21c9b6f-0979-4b1c-a91e-ffea27d935d3" providerId="AD" clId="Web-{18FA8532-5749-462D-8814-937FF927970D}" dt="2021-03-09T14:13:55.171" v="16"/>
        <pc:sldMkLst>
          <pc:docMk/>
          <pc:sldMk cId="355028148" sldId="265"/>
        </pc:sldMkLst>
      </pc:sldChg>
    </pc:docChg>
  </pc:docChgLst>
  <pc:docChgLst>
    <pc:chgData name="Sachin  Neupane" userId="S::sachinneupane@samriddhicollege.edu.np::d21c9b6f-0979-4b1c-a91e-ffea27d935d3" providerId="AD" clId="Web-{F173A508-6703-44A6-8FC4-739BE95558A3}"/>
    <pc:docChg chg="modSld">
      <pc:chgData name="Sachin  Neupane" userId="S::sachinneupane@samriddhicollege.edu.np::d21c9b6f-0979-4b1c-a91e-ffea27d935d3" providerId="AD" clId="Web-{F173A508-6703-44A6-8FC4-739BE95558A3}" dt="2021-03-09T14:09:23.595" v="43" actId="20577"/>
      <pc:docMkLst>
        <pc:docMk/>
      </pc:docMkLst>
      <pc:sldChg chg="modSp">
        <pc:chgData name="Sachin  Neupane" userId="S::sachinneupane@samriddhicollege.edu.np::d21c9b6f-0979-4b1c-a91e-ffea27d935d3" providerId="AD" clId="Web-{F173A508-6703-44A6-8FC4-739BE95558A3}" dt="2021-03-09T14:09:10.673" v="40" actId="20577"/>
        <pc:sldMkLst>
          <pc:docMk/>
          <pc:sldMk cId="1270996911" sldId="259"/>
        </pc:sldMkLst>
        <pc:spChg chg="mod">
          <ac:chgData name="Sachin  Neupane" userId="S::sachinneupane@samriddhicollege.edu.np::d21c9b6f-0979-4b1c-a91e-ffea27d935d3" providerId="AD" clId="Web-{F173A508-6703-44A6-8FC4-739BE95558A3}" dt="2021-03-09T14:08:49.547" v="37" actId="20577"/>
          <ac:spMkLst>
            <pc:docMk/>
            <pc:sldMk cId="1270996911" sldId="259"/>
            <ac:spMk id="2" creationId="{B584BC1D-7287-41F3-B51E-58816DCC8564}"/>
          </ac:spMkLst>
        </pc:spChg>
        <pc:spChg chg="mod">
          <ac:chgData name="Sachin  Neupane" userId="S::sachinneupane@samriddhicollege.edu.np::d21c9b6f-0979-4b1c-a91e-ffea27d935d3" providerId="AD" clId="Web-{F173A508-6703-44A6-8FC4-739BE95558A3}" dt="2021-03-09T14:09:10.673" v="40" actId="20577"/>
          <ac:spMkLst>
            <pc:docMk/>
            <pc:sldMk cId="1270996911" sldId="259"/>
            <ac:spMk id="3" creationId="{B7D3F3A5-691E-4990-B7E7-D4AA0DB2F101}"/>
          </ac:spMkLst>
        </pc:spChg>
      </pc:sldChg>
      <pc:sldChg chg="modSp">
        <pc:chgData name="Sachin  Neupane" userId="S::sachinneupane@samriddhicollege.edu.np::d21c9b6f-0979-4b1c-a91e-ffea27d935d3" providerId="AD" clId="Web-{F173A508-6703-44A6-8FC4-739BE95558A3}" dt="2021-03-09T14:09:23.595" v="43" actId="20577"/>
        <pc:sldMkLst>
          <pc:docMk/>
          <pc:sldMk cId="4184786134" sldId="260"/>
        </pc:sldMkLst>
        <pc:spChg chg="mod">
          <ac:chgData name="Sachin  Neupane" userId="S::sachinneupane@samriddhicollege.edu.np::d21c9b6f-0979-4b1c-a91e-ffea27d935d3" providerId="AD" clId="Web-{F173A508-6703-44A6-8FC4-739BE95558A3}" dt="2021-03-09T14:09:01.094" v="38" actId="20577"/>
          <ac:spMkLst>
            <pc:docMk/>
            <pc:sldMk cId="4184786134" sldId="260"/>
            <ac:spMk id="2" creationId="{0BF84A85-A7ED-454E-98EA-F29550DE438F}"/>
          </ac:spMkLst>
        </pc:spChg>
        <pc:spChg chg="mod">
          <ac:chgData name="Sachin  Neupane" userId="S::sachinneupane@samriddhicollege.edu.np::d21c9b6f-0979-4b1c-a91e-ffea27d935d3" providerId="AD" clId="Web-{F173A508-6703-44A6-8FC4-739BE95558A3}" dt="2021-03-09T14:09:23.595" v="43" actId="20577"/>
          <ac:spMkLst>
            <pc:docMk/>
            <pc:sldMk cId="4184786134" sldId="260"/>
            <ac:spMk id="3" creationId="{7AAD8ADF-02C8-4FD2-9152-77FA57E88445}"/>
          </ac:spMkLst>
        </pc:spChg>
      </pc:sldChg>
    </pc:docChg>
  </pc:docChgLst>
  <pc:docChgLst>
    <pc:chgData name="Sachin  Neupane" userId="S::sachinneupane@samriddhicollege.edu.np::d21c9b6f-0979-4b1c-a91e-ffea27d935d3" providerId="AD" clId="Web-{5A50E2A1-53AA-4FD9-A5BB-D8C95BA69B9C}"/>
    <pc:docChg chg="modSld">
      <pc:chgData name="Sachin  Neupane" userId="S::sachinneupane@samriddhicollege.edu.np::d21c9b6f-0979-4b1c-a91e-ffea27d935d3" providerId="AD" clId="Web-{5A50E2A1-53AA-4FD9-A5BB-D8C95BA69B9C}" dt="2021-03-09T14:11:41.317" v="24" actId="20577"/>
      <pc:docMkLst>
        <pc:docMk/>
      </pc:docMkLst>
      <pc:sldChg chg="modSp">
        <pc:chgData name="Sachin  Neupane" userId="S::sachinneupane@samriddhicollege.edu.np::d21c9b6f-0979-4b1c-a91e-ffea27d935d3" providerId="AD" clId="Web-{5A50E2A1-53AA-4FD9-A5BB-D8C95BA69B9C}" dt="2021-03-09T14:11:32.864" v="15" actId="20577"/>
        <pc:sldMkLst>
          <pc:docMk/>
          <pc:sldMk cId="1620160276" sldId="261"/>
        </pc:sldMkLst>
        <pc:spChg chg="mod">
          <ac:chgData name="Sachin  Neupane" userId="S::sachinneupane@samriddhicollege.edu.np::d21c9b6f-0979-4b1c-a91e-ffea27d935d3" providerId="AD" clId="Web-{5A50E2A1-53AA-4FD9-A5BB-D8C95BA69B9C}" dt="2021-03-09T14:10:56.503" v="7" actId="20577"/>
          <ac:spMkLst>
            <pc:docMk/>
            <pc:sldMk cId="1620160276" sldId="261"/>
            <ac:spMk id="2" creationId="{949D7F9A-65AA-4490-9468-17F468C9BFB2}"/>
          </ac:spMkLst>
        </pc:spChg>
        <pc:spChg chg="mod">
          <ac:chgData name="Sachin  Neupane" userId="S::sachinneupane@samriddhicollege.edu.np::d21c9b6f-0979-4b1c-a91e-ffea27d935d3" providerId="AD" clId="Web-{5A50E2A1-53AA-4FD9-A5BB-D8C95BA69B9C}" dt="2021-03-09T14:11:32.864" v="15" actId="20577"/>
          <ac:spMkLst>
            <pc:docMk/>
            <pc:sldMk cId="1620160276" sldId="261"/>
            <ac:spMk id="3" creationId="{30BA58DF-BFEB-42B8-9264-66ACBD84366E}"/>
          </ac:spMkLst>
        </pc:spChg>
      </pc:sldChg>
      <pc:sldChg chg="modSp">
        <pc:chgData name="Sachin  Neupane" userId="S::sachinneupane@samriddhicollege.edu.np::d21c9b6f-0979-4b1c-a91e-ffea27d935d3" providerId="AD" clId="Web-{5A50E2A1-53AA-4FD9-A5BB-D8C95BA69B9C}" dt="2021-03-09T14:11:41.317" v="24" actId="20577"/>
        <pc:sldMkLst>
          <pc:docMk/>
          <pc:sldMk cId="3124286486" sldId="262"/>
        </pc:sldMkLst>
        <pc:spChg chg="mod">
          <ac:chgData name="Sachin  Neupane" userId="S::sachinneupane@samriddhicollege.edu.np::d21c9b6f-0979-4b1c-a91e-ffea27d935d3" providerId="AD" clId="Web-{5A50E2A1-53AA-4FD9-A5BB-D8C95BA69B9C}" dt="2021-03-09T14:11:41.317" v="24" actId="20577"/>
          <ac:spMkLst>
            <pc:docMk/>
            <pc:sldMk cId="3124286486" sldId="262"/>
            <ac:spMk id="2" creationId="{87857258-7EA3-47D8-B51E-B664142D1FB9}"/>
          </ac:spMkLst>
        </pc:spChg>
        <pc:spChg chg="mod">
          <ac:chgData name="Sachin  Neupane" userId="S::sachinneupane@samriddhicollege.edu.np::d21c9b6f-0979-4b1c-a91e-ffea27d935d3" providerId="AD" clId="Web-{5A50E2A1-53AA-4FD9-A5BB-D8C95BA69B9C}" dt="2021-03-09T14:11:37.723" v="18" actId="20577"/>
          <ac:spMkLst>
            <pc:docMk/>
            <pc:sldMk cId="3124286486" sldId="262"/>
            <ac:spMk id="3" creationId="{BA5132CF-15D6-46F9-BC68-E517425EB134}"/>
          </ac:spMkLst>
        </pc:spChg>
      </pc:sldChg>
    </pc:docChg>
  </pc:docChgLst>
  <pc:docChgLst>
    <pc:chgData name="Sachin  Neupane" userId="S::sachinneupane@samriddhicollege.edu.np::d21c9b6f-0979-4b1c-a91e-ffea27d935d3" providerId="AD" clId="Web-{F62D25BA-7202-4E35-A82C-77F7DE1C7E13}"/>
    <pc:docChg chg="modSld">
      <pc:chgData name="Sachin  Neupane" userId="S::sachinneupane@samriddhicollege.edu.np::d21c9b6f-0979-4b1c-a91e-ffea27d935d3" providerId="AD" clId="Web-{F62D25BA-7202-4E35-A82C-77F7DE1C7E13}" dt="2021-03-09T14:15:33.869" v="3" actId="14100"/>
      <pc:docMkLst>
        <pc:docMk/>
      </pc:docMkLst>
      <pc:sldChg chg="modSp">
        <pc:chgData name="Sachin  Neupane" userId="S::sachinneupane@samriddhicollege.edu.np::d21c9b6f-0979-4b1c-a91e-ffea27d935d3" providerId="AD" clId="Web-{F62D25BA-7202-4E35-A82C-77F7DE1C7E13}" dt="2021-03-09T14:15:23.743" v="1" actId="14100"/>
        <pc:sldMkLst>
          <pc:docMk/>
          <pc:sldMk cId="3757976837" sldId="263"/>
        </pc:sldMkLst>
        <pc:spChg chg="mod">
          <ac:chgData name="Sachin  Neupane" userId="S::sachinneupane@samriddhicollege.edu.np::d21c9b6f-0979-4b1c-a91e-ffea27d935d3" providerId="AD" clId="Web-{F62D25BA-7202-4E35-A82C-77F7DE1C7E13}" dt="2021-03-09T14:15:23.743" v="1" actId="14100"/>
          <ac:spMkLst>
            <pc:docMk/>
            <pc:sldMk cId="3757976837" sldId="263"/>
            <ac:spMk id="3" creationId="{4DA59F85-75E9-4787-BD8E-AE14B7AE4423}"/>
          </ac:spMkLst>
        </pc:spChg>
      </pc:sldChg>
      <pc:sldChg chg="modSp">
        <pc:chgData name="Sachin  Neupane" userId="S::sachinneupane@samriddhicollege.edu.np::d21c9b6f-0979-4b1c-a91e-ffea27d935d3" providerId="AD" clId="Web-{F62D25BA-7202-4E35-A82C-77F7DE1C7E13}" dt="2021-03-09T14:15:33.869" v="3" actId="14100"/>
        <pc:sldMkLst>
          <pc:docMk/>
          <pc:sldMk cId="521632791" sldId="264"/>
        </pc:sldMkLst>
        <pc:spChg chg="mod">
          <ac:chgData name="Sachin  Neupane" userId="S::sachinneupane@samriddhicollege.edu.np::d21c9b6f-0979-4b1c-a91e-ffea27d935d3" providerId="AD" clId="Web-{F62D25BA-7202-4E35-A82C-77F7DE1C7E13}" dt="2021-03-09T14:15:33.869" v="3" actId="14100"/>
          <ac:spMkLst>
            <pc:docMk/>
            <pc:sldMk cId="521632791" sldId="264"/>
            <ac:spMk id="3" creationId="{935F258C-203A-47BA-BCCF-21229EF34AB4}"/>
          </ac:spMkLst>
        </pc:spChg>
      </pc:sldChg>
    </pc:docChg>
  </pc:docChgLst>
  <pc:docChgLst>
    <pc:chgData name="Sachin  Neupane" userId="S::sachinneupane@samriddhicollege.edu.np::d21c9b6f-0979-4b1c-a91e-ffea27d935d3" providerId="AD" clId="Web-{4D32B97F-9EB1-4F85-908E-EB8BACBDEED9}"/>
    <pc:docChg chg="addSld modSld">
      <pc:chgData name="Sachin  Neupane" userId="S::sachinneupane@samriddhicollege.edu.np::d21c9b6f-0979-4b1c-a91e-ffea27d935d3" providerId="AD" clId="Web-{4D32B97F-9EB1-4F85-908E-EB8BACBDEED9}" dt="2021-03-09T14:05:07.149" v="75"/>
      <pc:docMkLst>
        <pc:docMk/>
      </pc:docMkLst>
      <pc:sldChg chg="modSp">
        <pc:chgData name="Sachin  Neupane" userId="S::sachinneupane@samriddhicollege.edu.np::d21c9b6f-0979-4b1c-a91e-ffea27d935d3" providerId="AD" clId="Web-{4D32B97F-9EB1-4F85-908E-EB8BACBDEED9}" dt="2021-03-09T14:02:48.208" v="24" actId="20577"/>
        <pc:sldMkLst>
          <pc:docMk/>
          <pc:sldMk cId="109857222" sldId="256"/>
        </pc:sldMkLst>
        <pc:spChg chg="mod">
          <ac:chgData name="Sachin  Neupane" userId="S::sachinneupane@samriddhicollege.edu.np::d21c9b6f-0979-4b1c-a91e-ffea27d935d3" providerId="AD" clId="Web-{4D32B97F-9EB1-4F85-908E-EB8BACBDEED9}" dt="2021-03-09T14:02:35.848" v="9" actId="20577"/>
          <ac:spMkLst>
            <pc:docMk/>
            <pc:sldMk cId="109857222" sldId="256"/>
            <ac:spMk id="2" creationId="{00000000-0000-0000-0000-000000000000}"/>
          </ac:spMkLst>
        </pc:spChg>
        <pc:spChg chg="mod">
          <ac:chgData name="Sachin  Neupane" userId="S::sachinneupane@samriddhicollege.edu.np::d21c9b6f-0979-4b1c-a91e-ffea27d935d3" providerId="AD" clId="Web-{4D32B97F-9EB1-4F85-908E-EB8BACBDEED9}" dt="2021-03-09T14:02:48.208" v="24" actId="20577"/>
          <ac:spMkLst>
            <pc:docMk/>
            <pc:sldMk cId="109857222" sldId="256"/>
            <ac:spMk id="3" creationId="{00000000-0000-0000-0000-000000000000}"/>
          </ac:spMkLst>
        </pc:spChg>
      </pc:sldChg>
      <pc:sldChg chg="modSp new">
        <pc:chgData name="Sachin  Neupane" userId="S::sachinneupane@samriddhicollege.edu.np::d21c9b6f-0979-4b1c-a91e-ffea27d935d3" providerId="AD" clId="Web-{4D32B97F-9EB1-4F85-908E-EB8BACBDEED9}" dt="2021-03-09T14:04:31.695" v="68" actId="20577"/>
        <pc:sldMkLst>
          <pc:docMk/>
          <pc:sldMk cId="2723538962" sldId="257"/>
        </pc:sldMkLst>
        <pc:spChg chg="mod">
          <ac:chgData name="Sachin  Neupane" userId="S::sachinneupane@samriddhicollege.edu.np::d21c9b6f-0979-4b1c-a91e-ffea27d935d3" providerId="AD" clId="Web-{4D32B97F-9EB1-4F85-908E-EB8BACBDEED9}" dt="2021-03-09T14:03:22.006" v="33" actId="20577"/>
          <ac:spMkLst>
            <pc:docMk/>
            <pc:sldMk cId="2723538962" sldId="257"/>
            <ac:spMk id="2" creationId="{C68357C3-339B-4AFE-A4C2-EBA25E19516F}"/>
          </ac:spMkLst>
        </pc:spChg>
        <pc:spChg chg="mod">
          <ac:chgData name="Sachin  Neupane" userId="S::sachinneupane@samriddhicollege.edu.np::d21c9b6f-0979-4b1c-a91e-ffea27d935d3" providerId="AD" clId="Web-{4D32B97F-9EB1-4F85-908E-EB8BACBDEED9}" dt="2021-03-09T14:04:31.695" v="68" actId="20577"/>
          <ac:spMkLst>
            <pc:docMk/>
            <pc:sldMk cId="2723538962" sldId="257"/>
            <ac:spMk id="3" creationId="{04EDAC95-6546-46A8-8BB9-73D8BC4909AA}"/>
          </ac:spMkLst>
        </pc:spChg>
      </pc:sldChg>
      <pc:sldChg chg="modSp new">
        <pc:chgData name="Sachin  Neupane" userId="S::sachinneupane@samriddhicollege.edu.np::d21c9b6f-0979-4b1c-a91e-ffea27d935d3" providerId="AD" clId="Web-{4D32B97F-9EB1-4F85-908E-EB8BACBDEED9}" dt="2021-03-09T14:04:51.461" v="70" actId="20577"/>
        <pc:sldMkLst>
          <pc:docMk/>
          <pc:sldMk cId="433212405" sldId="258"/>
        </pc:sldMkLst>
        <pc:spChg chg="mod">
          <ac:chgData name="Sachin  Neupane" userId="S::sachinneupane@samriddhicollege.edu.np::d21c9b6f-0979-4b1c-a91e-ffea27d935d3" providerId="AD" clId="Web-{4D32B97F-9EB1-4F85-908E-EB8BACBDEED9}" dt="2021-03-09T14:04:51.461" v="70" actId="20577"/>
          <ac:spMkLst>
            <pc:docMk/>
            <pc:sldMk cId="433212405" sldId="258"/>
            <ac:spMk id="2" creationId="{B354591D-7CAB-4184-A0D5-E944BE4DC3DD}"/>
          </ac:spMkLst>
        </pc:spChg>
        <pc:spChg chg="mod">
          <ac:chgData name="Sachin  Neupane" userId="S::sachinneupane@samriddhicollege.edu.np::d21c9b6f-0979-4b1c-a91e-ffea27d935d3" providerId="AD" clId="Web-{4D32B97F-9EB1-4F85-908E-EB8BACBDEED9}" dt="2021-03-09T14:04:24.507" v="66" actId="20577"/>
          <ac:spMkLst>
            <pc:docMk/>
            <pc:sldMk cId="433212405" sldId="258"/>
            <ac:spMk id="3" creationId="{ED258B08-B677-4462-914A-726A59F6C790}"/>
          </ac:spMkLst>
        </pc:spChg>
      </pc:sldChg>
      <pc:sldChg chg="new">
        <pc:chgData name="Sachin  Neupane" userId="S::sachinneupane@samriddhicollege.edu.np::d21c9b6f-0979-4b1c-a91e-ffea27d935d3" providerId="AD" clId="Web-{4D32B97F-9EB1-4F85-908E-EB8BACBDEED9}" dt="2021-03-09T14:03:05.052" v="27"/>
        <pc:sldMkLst>
          <pc:docMk/>
          <pc:sldMk cId="1270996911" sldId="259"/>
        </pc:sldMkLst>
      </pc:sldChg>
      <pc:sldChg chg="new">
        <pc:chgData name="Sachin  Neupane" userId="S::sachinneupane@samriddhicollege.edu.np::d21c9b6f-0979-4b1c-a91e-ffea27d935d3" providerId="AD" clId="Web-{4D32B97F-9EB1-4F85-908E-EB8BACBDEED9}" dt="2021-03-09T14:04:56.383" v="71"/>
        <pc:sldMkLst>
          <pc:docMk/>
          <pc:sldMk cId="4184786134" sldId="260"/>
        </pc:sldMkLst>
      </pc:sldChg>
      <pc:sldChg chg="new">
        <pc:chgData name="Sachin  Neupane" userId="S::sachinneupane@samriddhicollege.edu.np::d21c9b6f-0979-4b1c-a91e-ffea27d935d3" providerId="AD" clId="Web-{4D32B97F-9EB1-4F85-908E-EB8BACBDEED9}" dt="2021-03-09T14:04:59.117" v="72"/>
        <pc:sldMkLst>
          <pc:docMk/>
          <pc:sldMk cId="1620160276" sldId="261"/>
        </pc:sldMkLst>
      </pc:sldChg>
      <pc:sldChg chg="new">
        <pc:chgData name="Sachin  Neupane" userId="S::sachinneupane@samriddhicollege.edu.np::d21c9b6f-0979-4b1c-a91e-ffea27d935d3" providerId="AD" clId="Web-{4D32B97F-9EB1-4F85-908E-EB8BACBDEED9}" dt="2021-03-09T14:05:02.180" v="73"/>
        <pc:sldMkLst>
          <pc:docMk/>
          <pc:sldMk cId="3124286486" sldId="262"/>
        </pc:sldMkLst>
      </pc:sldChg>
      <pc:sldChg chg="new">
        <pc:chgData name="Sachin  Neupane" userId="S::sachinneupane@samriddhicollege.edu.np::d21c9b6f-0979-4b1c-a91e-ffea27d935d3" providerId="AD" clId="Web-{4D32B97F-9EB1-4F85-908E-EB8BACBDEED9}" dt="2021-03-09T14:05:04.680" v="74"/>
        <pc:sldMkLst>
          <pc:docMk/>
          <pc:sldMk cId="3757976837" sldId="263"/>
        </pc:sldMkLst>
      </pc:sldChg>
      <pc:sldChg chg="new">
        <pc:chgData name="Sachin  Neupane" userId="S::sachinneupane@samriddhicollege.edu.np::d21c9b6f-0979-4b1c-a91e-ffea27d935d3" providerId="AD" clId="Web-{4D32B97F-9EB1-4F85-908E-EB8BACBDEED9}" dt="2021-03-09T14:05:07.149" v="75"/>
        <pc:sldMkLst>
          <pc:docMk/>
          <pc:sldMk cId="521632791"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News Releases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Information Reports</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357C3-339B-4AFE-A4C2-EBA25E19516F}"/>
              </a:ext>
            </a:extLst>
          </p:cNvPr>
          <p:cNvSpPr>
            <a:spLocks noGrp="1"/>
          </p:cNvSpPr>
          <p:nvPr>
            <p:ph type="title"/>
          </p:nvPr>
        </p:nvSpPr>
        <p:spPr/>
        <p:txBody>
          <a:bodyPr/>
          <a:lstStyle/>
          <a:p>
            <a:r>
              <a:rPr lang="en-US" b="1" dirty="0">
                <a:ea typeface="+mj-lt"/>
                <a:cs typeface="+mj-lt"/>
              </a:rPr>
              <a:t>News Releases (Press Releases/Statements)</a:t>
            </a:r>
            <a:endParaRPr lang="en-US" dirty="0"/>
          </a:p>
        </p:txBody>
      </p:sp>
      <p:sp>
        <p:nvSpPr>
          <p:cNvPr id="3" name="Content Placeholder 2">
            <a:extLst>
              <a:ext uri="{FF2B5EF4-FFF2-40B4-BE49-F238E27FC236}">
                <a16:creationId xmlns:a16="http://schemas.microsoft.com/office/drawing/2014/main" id="{04EDAC95-6546-46A8-8BB9-73D8BC4909AA}"/>
              </a:ext>
            </a:extLst>
          </p:cNvPr>
          <p:cNvSpPr>
            <a:spLocks noGrp="1"/>
          </p:cNvSpPr>
          <p:nvPr>
            <p:ph idx="1"/>
          </p:nvPr>
        </p:nvSpPr>
        <p:spPr>
          <a:xfrm>
            <a:off x="838200" y="1825625"/>
            <a:ext cx="10515600" cy="4581375"/>
          </a:xfrm>
        </p:spPr>
        <p:txBody>
          <a:bodyPr vert="horz" lIns="91440" tIns="45720" rIns="91440" bIns="45720" rtlCol="0" anchor="t">
            <a:normAutofit/>
          </a:bodyPr>
          <a:lstStyle/>
          <a:p>
            <a:pPr algn="just">
              <a:buFont typeface="Arial"/>
              <a:buChar char="•"/>
            </a:pPr>
            <a:r>
              <a:rPr lang="en-US" dirty="0">
                <a:ea typeface="+mn-lt"/>
                <a:cs typeface="+mn-lt"/>
              </a:rPr>
              <a:t>A press release is a written communication that reports specific but brief information about an event, circumstance, product launch, or other happening, to the media, (means of mass communication). </a:t>
            </a:r>
            <a:endParaRPr lang="en-US" b="1" dirty="0">
              <a:ea typeface="+mn-lt"/>
              <a:cs typeface="+mn-lt"/>
            </a:endParaRPr>
          </a:p>
          <a:p>
            <a:pPr algn="just">
              <a:buFont typeface="Arial"/>
              <a:buChar char="•"/>
            </a:pPr>
            <a:r>
              <a:rPr lang="en-US" dirty="0">
                <a:ea typeface="+mn-lt"/>
                <a:cs typeface="+mn-lt"/>
              </a:rPr>
              <a:t>It's typically tied to a business or organization and is provided to media through a variety of means.  The objective of the news release is to inform the public (for example, an employee promotion or a company expansion).</a:t>
            </a:r>
            <a:endParaRPr lang="en-US" b="1" dirty="0">
              <a:ea typeface="+mn-lt"/>
              <a:cs typeface="+mn-lt"/>
            </a:endParaRPr>
          </a:p>
          <a:p>
            <a:pPr marL="0" indent="0">
              <a:buNone/>
            </a:pPr>
            <a:r>
              <a:rPr lang="en-US" dirty="0">
                <a:ea typeface="+mn-lt"/>
                <a:cs typeface="+mn-lt"/>
              </a:rPr>
              <a:t>In other words, news release</a:t>
            </a:r>
            <a:r>
              <a:rPr lang="en-US" b="1" dirty="0">
                <a:ea typeface="+mn-lt"/>
                <a:cs typeface="+mn-lt"/>
              </a:rPr>
              <a:t> </a:t>
            </a:r>
            <a:r>
              <a:rPr lang="en-US" dirty="0">
                <a:ea typeface="+mn-lt"/>
                <a:cs typeface="+mn-lt"/>
              </a:rPr>
              <a:t>is a short attention-grabber piece of writing that gives information about events, products and other exciting details of a company. </a:t>
            </a:r>
            <a:endParaRPr lang="en-US" dirty="0"/>
          </a:p>
        </p:txBody>
      </p:sp>
    </p:spTree>
    <p:extLst>
      <p:ext uri="{BB962C8B-B14F-4D97-AF65-F5344CB8AC3E}">
        <p14:creationId xmlns:p14="http://schemas.microsoft.com/office/powerpoint/2010/main" val="2723538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4591D-7CAB-4184-A0D5-E944BE4DC3DD}"/>
              </a:ext>
            </a:extLst>
          </p:cNvPr>
          <p:cNvSpPr>
            <a:spLocks noGrp="1"/>
          </p:cNvSpPr>
          <p:nvPr>
            <p:ph type="title"/>
          </p:nvPr>
        </p:nvSpPr>
        <p:spPr/>
        <p:txBody>
          <a:bodyPr/>
          <a:lstStyle/>
          <a:p>
            <a:r>
              <a:rPr lang="en-US" b="1" dirty="0">
                <a:ea typeface="+mj-lt"/>
                <a:cs typeface="+mj-lt"/>
              </a:rPr>
              <a:t>News Releases (Press Releases/Statements)</a:t>
            </a:r>
            <a:endParaRPr lang="en-US" dirty="0"/>
          </a:p>
        </p:txBody>
      </p:sp>
      <p:sp>
        <p:nvSpPr>
          <p:cNvPr id="3" name="Content Placeholder 2">
            <a:extLst>
              <a:ext uri="{FF2B5EF4-FFF2-40B4-BE49-F238E27FC236}">
                <a16:creationId xmlns:a16="http://schemas.microsoft.com/office/drawing/2014/main" id="{ED258B08-B677-4462-914A-726A59F6C790}"/>
              </a:ext>
            </a:extLst>
          </p:cNvPr>
          <p:cNvSpPr>
            <a:spLocks noGrp="1"/>
          </p:cNvSpPr>
          <p:nvPr>
            <p:ph idx="1"/>
          </p:nvPr>
        </p:nvSpPr>
        <p:spPr>
          <a:xfrm>
            <a:off x="838200" y="1825625"/>
            <a:ext cx="10515600" cy="4667639"/>
          </a:xfrm>
        </p:spPr>
        <p:txBody>
          <a:bodyPr vert="horz" lIns="91440" tIns="45720" rIns="91440" bIns="45720" rtlCol="0" anchor="t">
            <a:normAutofit/>
          </a:bodyPr>
          <a:lstStyle/>
          <a:p>
            <a:pPr marL="0" indent="0" algn="just">
              <a:buNone/>
            </a:pPr>
            <a:r>
              <a:rPr lang="en-US" dirty="0">
                <a:ea typeface="+mn-lt"/>
                <a:cs typeface="+mn-lt"/>
              </a:rPr>
              <a:t>It is meant for generating interest and publicity and attracting potential customers. News releases cover a wide range of subjects including new products, business expansions and mergers, job growth and a company's charitable donations.</a:t>
            </a:r>
          </a:p>
          <a:p>
            <a:pPr algn="just">
              <a:buFont typeface="Arial,Sans-Serif"/>
              <a:buChar char="•"/>
            </a:pPr>
            <a:r>
              <a:rPr lang="en-US" dirty="0">
                <a:ea typeface="+mn-lt"/>
                <a:cs typeface="+mn-lt"/>
              </a:rPr>
              <a:t>Regarding the audiences, the first readers are editors and news directors of different news agencies. And after the news release is published, that reaches to the general public who are considered to be the second audience. However, some specialized media agencies receive news releases targeting a particular audience, so the second audience might also be a specific group.</a:t>
            </a:r>
          </a:p>
          <a:p>
            <a:pPr marL="0" indent="0">
              <a:buNone/>
            </a:pPr>
            <a:endParaRPr lang="en-US" dirty="0">
              <a:cs typeface="Calibri" panose="020F0502020204030204"/>
            </a:endParaRPr>
          </a:p>
        </p:txBody>
      </p:sp>
    </p:spTree>
    <p:extLst>
      <p:ext uri="{BB962C8B-B14F-4D97-AF65-F5344CB8AC3E}">
        <p14:creationId xmlns:p14="http://schemas.microsoft.com/office/powerpoint/2010/main" val="433212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BC1D-7287-41F3-B51E-58816DCC8564}"/>
              </a:ext>
            </a:extLst>
          </p:cNvPr>
          <p:cNvSpPr>
            <a:spLocks noGrp="1"/>
          </p:cNvSpPr>
          <p:nvPr>
            <p:ph type="title"/>
          </p:nvPr>
        </p:nvSpPr>
        <p:spPr/>
        <p:txBody>
          <a:bodyPr/>
          <a:lstStyle/>
          <a:p>
            <a:r>
              <a:rPr lang="en-US" dirty="0">
                <a:cs typeface="Calibri Light"/>
              </a:rPr>
              <a:t>Guidelines to write a news release</a:t>
            </a:r>
            <a:endParaRPr lang="en-US" dirty="0"/>
          </a:p>
        </p:txBody>
      </p:sp>
      <p:sp>
        <p:nvSpPr>
          <p:cNvPr id="3" name="Content Placeholder 2">
            <a:extLst>
              <a:ext uri="{FF2B5EF4-FFF2-40B4-BE49-F238E27FC236}">
                <a16:creationId xmlns:a16="http://schemas.microsoft.com/office/drawing/2014/main" id="{B7D3F3A5-691E-4990-B7E7-D4AA0DB2F101}"/>
              </a:ext>
            </a:extLst>
          </p:cNvPr>
          <p:cNvSpPr>
            <a:spLocks noGrp="1"/>
          </p:cNvSpPr>
          <p:nvPr>
            <p:ph idx="1"/>
          </p:nvPr>
        </p:nvSpPr>
        <p:spPr/>
        <p:txBody>
          <a:bodyPr vert="horz" lIns="91440" tIns="45720" rIns="91440" bIns="45720" rtlCol="0" anchor="t">
            <a:normAutofit fontScale="92500" lnSpcReduction="20000"/>
          </a:bodyPr>
          <a:lstStyle/>
          <a:p>
            <a:pPr algn="just">
              <a:buNone/>
            </a:pPr>
            <a:endParaRPr lang="en-US" b="1" dirty="0">
              <a:ea typeface="+mn-lt"/>
              <a:cs typeface="+mn-lt"/>
            </a:endParaRPr>
          </a:p>
          <a:p>
            <a:pPr algn="just">
              <a:buFont typeface="Arial"/>
              <a:buChar char="•"/>
            </a:pPr>
            <a:r>
              <a:rPr lang="en-US" dirty="0">
                <a:ea typeface="+mn-lt"/>
                <a:cs typeface="+mn-lt"/>
              </a:rPr>
              <a:t>Begin by analyzing the audience. Consider the editor or news director as well as the public.</a:t>
            </a:r>
          </a:p>
          <a:p>
            <a:pPr algn="just">
              <a:buFont typeface="Arial"/>
              <a:buChar char="•"/>
            </a:pPr>
            <a:r>
              <a:rPr lang="en-US" dirty="0">
                <a:ea typeface="+mn-lt"/>
                <a:cs typeface="+mn-lt"/>
              </a:rPr>
              <a:t>Answer the classic Reporter’s Questions: Who? What? When? Where? Why? and How? With answers to those questions, you have the most important information to include in the news release.</a:t>
            </a:r>
          </a:p>
          <a:p>
            <a:pPr algn="just">
              <a:buFont typeface="Arial"/>
              <a:buChar char="•"/>
            </a:pPr>
            <a:r>
              <a:rPr lang="en-US" dirty="0">
                <a:ea typeface="+mn-lt"/>
                <a:cs typeface="+mn-lt"/>
              </a:rPr>
              <a:t>Plan for credibility. Exaggerations are overstatements or additions beyond the truth that can ruin a person’s credibility. Instead, use information that can be verified. </a:t>
            </a:r>
          </a:p>
          <a:p>
            <a:pPr algn="just">
              <a:buFont typeface="Arial"/>
              <a:buChar char="•"/>
            </a:pPr>
            <a:r>
              <a:rPr lang="en-US" dirty="0">
                <a:ea typeface="+mn-lt"/>
                <a:cs typeface="+mn-lt"/>
              </a:rPr>
              <a:t>Compose the headline carefully because it will be read first. Include an active verb. Use present tense for current events, past tense for events already concluded, and future tense for scheduled activities.</a:t>
            </a:r>
          </a:p>
          <a:p>
            <a:pPr marL="0" indent="0">
              <a:buNone/>
            </a:pPr>
            <a:endParaRPr lang="en-US" dirty="0">
              <a:cs typeface="Calibri" panose="020F0502020204030204"/>
            </a:endParaRPr>
          </a:p>
        </p:txBody>
      </p:sp>
    </p:spTree>
    <p:extLst>
      <p:ext uri="{BB962C8B-B14F-4D97-AF65-F5344CB8AC3E}">
        <p14:creationId xmlns:p14="http://schemas.microsoft.com/office/powerpoint/2010/main" val="1270996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84A85-A7ED-454E-98EA-F29550DE438F}"/>
              </a:ext>
            </a:extLst>
          </p:cNvPr>
          <p:cNvSpPr>
            <a:spLocks noGrp="1"/>
          </p:cNvSpPr>
          <p:nvPr>
            <p:ph type="title"/>
          </p:nvPr>
        </p:nvSpPr>
        <p:spPr/>
        <p:txBody>
          <a:bodyPr/>
          <a:lstStyle/>
          <a:p>
            <a:r>
              <a:rPr lang="en-US" dirty="0">
                <a:ea typeface="+mj-lt"/>
                <a:cs typeface="+mj-lt"/>
              </a:rPr>
              <a:t>Guidelines to write a news release</a:t>
            </a:r>
            <a:endParaRPr lang="en-US" dirty="0"/>
          </a:p>
        </p:txBody>
      </p:sp>
      <p:sp>
        <p:nvSpPr>
          <p:cNvPr id="3" name="Content Placeholder 2">
            <a:extLst>
              <a:ext uri="{FF2B5EF4-FFF2-40B4-BE49-F238E27FC236}">
                <a16:creationId xmlns:a16="http://schemas.microsoft.com/office/drawing/2014/main" id="{7AAD8ADF-02C8-4FD2-9152-77FA57E88445}"/>
              </a:ext>
            </a:extLst>
          </p:cNvPr>
          <p:cNvSpPr>
            <a:spLocks noGrp="1"/>
          </p:cNvSpPr>
          <p:nvPr>
            <p:ph idx="1"/>
          </p:nvPr>
        </p:nvSpPr>
        <p:spPr/>
        <p:txBody>
          <a:bodyPr vert="horz" lIns="91440" tIns="45720" rIns="91440" bIns="45720" rtlCol="0" anchor="t">
            <a:normAutofit/>
          </a:bodyPr>
          <a:lstStyle/>
          <a:p>
            <a:pPr algn="just">
              <a:buFont typeface="Arial,Sans-Serif"/>
              <a:buChar char="•"/>
            </a:pPr>
            <a:r>
              <a:rPr lang="en-US" dirty="0">
                <a:ea typeface="+mn-lt"/>
                <a:cs typeface="+mn-lt"/>
              </a:rPr>
              <a:t>Open the body of the release with a hook—catchy wording or an idea that attracts attention. </a:t>
            </a:r>
          </a:p>
          <a:p>
            <a:pPr algn="just">
              <a:buFont typeface="Arial,Sans-Serif"/>
              <a:buChar char="•"/>
            </a:pPr>
            <a:r>
              <a:rPr lang="en-US" dirty="0">
                <a:ea typeface="+mn-lt"/>
                <a:cs typeface="+mn-lt"/>
              </a:rPr>
              <a:t>Order ideas from most important to least important and begin with the important answers to the Reporter’s Questions.</a:t>
            </a:r>
          </a:p>
          <a:p>
            <a:pPr algn="just">
              <a:buFont typeface="Arial,Sans-Serif"/>
              <a:buChar char="•"/>
            </a:pPr>
            <a:r>
              <a:rPr lang="en-US" dirty="0">
                <a:ea typeface="+mn-lt"/>
                <a:cs typeface="+mn-lt"/>
              </a:rPr>
              <a:t>Format news releases so information the reader needs stands out, editors can make changes easily, and news anchors (who might read the text on the air) can easily follow the document. </a:t>
            </a:r>
          </a:p>
          <a:p>
            <a:pPr algn="just">
              <a:buFont typeface="Arial,Sans-Serif"/>
              <a:buChar char="•"/>
            </a:pPr>
            <a:r>
              <a:rPr lang="en-US" dirty="0">
                <a:ea typeface="+mn-lt"/>
                <a:cs typeface="+mn-lt"/>
              </a:rPr>
              <a:t>Properly format introductory information.</a:t>
            </a:r>
          </a:p>
          <a:p>
            <a:pPr marL="0" indent="0">
              <a:buNone/>
            </a:pPr>
            <a:endParaRPr lang="en-US" dirty="0">
              <a:cs typeface="Calibri" panose="020F0502020204030204"/>
            </a:endParaRPr>
          </a:p>
        </p:txBody>
      </p:sp>
    </p:spTree>
    <p:extLst>
      <p:ext uri="{BB962C8B-B14F-4D97-AF65-F5344CB8AC3E}">
        <p14:creationId xmlns:p14="http://schemas.microsoft.com/office/powerpoint/2010/main" val="4184786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7F9A-65AA-4490-9468-17F468C9BFB2}"/>
              </a:ext>
            </a:extLst>
          </p:cNvPr>
          <p:cNvSpPr>
            <a:spLocks noGrp="1"/>
          </p:cNvSpPr>
          <p:nvPr>
            <p:ph type="title"/>
          </p:nvPr>
        </p:nvSpPr>
        <p:spPr/>
        <p:txBody>
          <a:bodyPr/>
          <a:lstStyle/>
          <a:p>
            <a:r>
              <a:rPr lang="en-US" dirty="0">
                <a:cs typeface="Calibri Light"/>
              </a:rPr>
              <a:t>Meetings</a:t>
            </a:r>
            <a:endParaRPr lang="en-US" dirty="0"/>
          </a:p>
        </p:txBody>
      </p:sp>
      <p:sp>
        <p:nvSpPr>
          <p:cNvPr id="3" name="Content Placeholder 2">
            <a:extLst>
              <a:ext uri="{FF2B5EF4-FFF2-40B4-BE49-F238E27FC236}">
                <a16:creationId xmlns:a16="http://schemas.microsoft.com/office/drawing/2014/main" id="{30BA58DF-BFEB-42B8-9264-66ACBD84366E}"/>
              </a:ext>
            </a:extLst>
          </p:cNvPr>
          <p:cNvSpPr>
            <a:spLocks noGrp="1"/>
          </p:cNvSpPr>
          <p:nvPr>
            <p:ph idx="1"/>
          </p:nvPr>
        </p:nvSpPr>
        <p:spPr/>
        <p:txBody>
          <a:bodyPr vert="horz" lIns="91440" tIns="45720" rIns="91440" bIns="45720" rtlCol="0" anchor="t">
            <a:normAutofit/>
          </a:bodyPr>
          <a:lstStyle/>
          <a:p>
            <a:pPr marL="0" indent="0">
              <a:buNone/>
            </a:pPr>
            <a:endParaRPr lang="en-US" b="1" dirty="0">
              <a:ea typeface="+mn-lt"/>
              <a:cs typeface="+mn-lt"/>
            </a:endParaRPr>
          </a:p>
          <a:p>
            <a:pPr indent="0">
              <a:buNone/>
            </a:pPr>
            <a:r>
              <a:rPr lang="en-US" dirty="0">
                <a:ea typeface="+mn-lt"/>
                <a:cs typeface="+mn-lt"/>
              </a:rPr>
              <a:t>According to </a:t>
            </a:r>
            <a:r>
              <a:rPr lang="en-US" b="1" dirty="0">
                <a:ea typeface="+mn-lt"/>
                <a:cs typeface="+mn-lt"/>
              </a:rPr>
              <a:t>Oxford Dictionary</a:t>
            </a:r>
            <a:r>
              <a:rPr lang="en-US" dirty="0">
                <a:ea typeface="+mn-lt"/>
                <a:cs typeface="+mn-lt"/>
              </a:rPr>
              <a:t>, “A meeting is an occasion when people come together to discuss or decide something.” </a:t>
            </a:r>
          </a:p>
          <a:p>
            <a:pPr>
              <a:buNone/>
            </a:pPr>
            <a:r>
              <a:rPr lang="en-US" dirty="0">
                <a:ea typeface="+mn-lt"/>
                <a:cs typeface="+mn-lt"/>
              </a:rPr>
              <a:t>A meeting is a gathering of two or more people to discuss ideas, goals and objectives that concern the workplace.</a:t>
            </a:r>
          </a:p>
          <a:p>
            <a:pPr marL="0" indent="0">
              <a:buNone/>
            </a:pPr>
            <a:endParaRPr lang="en-US" dirty="0">
              <a:cs typeface="Calibri" panose="020F0502020204030204"/>
            </a:endParaRPr>
          </a:p>
        </p:txBody>
      </p:sp>
    </p:spTree>
    <p:extLst>
      <p:ext uri="{BB962C8B-B14F-4D97-AF65-F5344CB8AC3E}">
        <p14:creationId xmlns:p14="http://schemas.microsoft.com/office/powerpoint/2010/main" val="162016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57258-7EA3-47D8-B51E-B664142D1FB9}"/>
              </a:ext>
            </a:extLst>
          </p:cNvPr>
          <p:cNvSpPr>
            <a:spLocks noGrp="1"/>
          </p:cNvSpPr>
          <p:nvPr>
            <p:ph type="title"/>
          </p:nvPr>
        </p:nvSpPr>
        <p:spPr/>
        <p:txBody>
          <a:bodyPr/>
          <a:lstStyle/>
          <a:p>
            <a:r>
              <a:rPr lang="en-US" dirty="0">
                <a:cs typeface="Calibri Light"/>
              </a:rPr>
              <a:t>Meetings</a:t>
            </a:r>
            <a:endParaRPr lang="en-US" dirty="0"/>
          </a:p>
        </p:txBody>
      </p:sp>
      <p:sp>
        <p:nvSpPr>
          <p:cNvPr id="3" name="Content Placeholder 2">
            <a:extLst>
              <a:ext uri="{FF2B5EF4-FFF2-40B4-BE49-F238E27FC236}">
                <a16:creationId xmlns:a16="http://schemas.microsoft.com/office/drawing/2014/main" id="{BA5132CF-15D6-46F9-BC68-E517425EB134}"/>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Meeting is the most important part of any business/organization. If there is no meeting in an organization to sort out the basic issues or to boost the range of the business, then it may cause a massive loss or a great miscommunication among the top authorities. </a:t>
            </a:r>
          </a:p>
          <a:p>
            <a:pPr>
              <a:buNone/>
            </a:pPr>
            <a:r>
              <a:rPr lang="en-US" dirty="0">
                <a:ea typeface="+mn-lt"/>
                <a:cs typeface="+mn-lt"/>
              </a:rPr>
              <a:t>Meetings can be conducted in person at an office or at a different location, or even over the phone and by video conference. </a:t>
            </a:r>
          </a:p>
          <a:p>
            <a:pPr>
              <a:buNone/>
            </a:pPr>
            <a:r>
              <a:rPr lang="en-US" dirty="0">
                <a:ea typeface="+mn-lt"/>
                <a:cs typeface="+mn-lt"/>
              </a:rPr>
              <a:t>-Meetings take place with employees, managers, executives, clients, prospects, suppliers and partners, and anyone else related to the organization. </a:t>
            </a:r>
          </a:p>
          <a:p>
            <a:pPr marL="0" indent="0">
              <a:buNone/>
            </a:pPr>
            <a:endParaRPr lang="en-US" dirty="0">
              <a:cs typeface="Calibri" panose="020F0502020204030204"/>
            </a:endParaRPr>
          </a:p>
        </p:txBody>
      </p:sp>
    </p:spTree>
    <p:extLst>
      <p:ext uri="{BB962C8B-B14F-4D97-AF65-F5344CB8AC3E}">
        <p14:creationId xmlns:p14="http://schemas.microsoft.com/office/powerpoint/2010/main" val="312428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3FB4-454F-4848-A41E-0C8E3019E960}"/>
              </a:ext>
            </a:extLst>
          </p:cNvPr>
          <p:cNvSpPr>
            <a:spLocks noGrp="1"/>
          </p:cNvSpPr>
          <p:nvPr>
            <p:ph type="title"/>
          </p:nvPr>
        </p:nvSpPr>
        <p:spPr/>
        <p:txBody>
          <a:bodyPr/>
          <a:lstStyle/>
          <a:p>
            <a:r>
              <a:rPr lang="en-US" b="1" dirty="0">
                <a:ea typeface="+mj-lt"/>
                <a:cs typeface="+mj-lt"/>
              </a:rPr>
              <a:t>Minutes of Meeting</a:t>
            </a:r>
            <a:endParaRPr lang="en-US" dirty="0"/>
          </a:p>
        </p:txBody>
      </p:sp>
      <p:sp>
        <p:nvSpPr>
          <p:cNvPr id="3" name="Content Placeholder 2">
            <a:extLst>
              <a:ext uri="{FF2B5EF4-FFF2-40B4-BE49-F238E27FC236}">
                <a16:creationId xmlns:a16="http://schemas.microsoft.com/office/drawing/2014/main" id="{4DA59F85-75E9-4787-BD8E-AE14B7AE4423}"/>
              </a:ext>
            </a:extLst>
          </p:cNvPr>
          <p:cNvSpPr>
            <a:spLocks noGrp="1"/>
          </p:cNvSpPr>
          <p:nvPr>
            <p:ph idx="1"/>
          </p:nvPr>
        </p:nvSpPr>
        <p:spPr>
          <a:xfrm>
            <a:off x="838200" y="1264909"/>
            <a:ext cx="10515600" cy="5343374"/>
          </a:xfrm>
        </p:spPr>
        <p:txBody>
          <a:bodyPr vert="horz" lIns="91440" tIns="45720" rIns="91440" bIns="45720" rtlCol="0" anchor="t">
            <a:normAutofit/>
          </a:bodyPr>
          <a:lstStyle/>
          <a:p>
            <a:pPr algn="just">
              <a:buNone/>
            </a:pPr>
            <a:endParaRPr lang="en-US" b="1" dirty="0">
              <a:ea typeface="+mn-lt"/>
              <a:cs typeface="+mn-lt"/>
            </a:endParaRPr>
          </a:p>
          <a:p>
            <a:pPr algn="just">
              <a:buNone/>
            </a:pPr>
            <a:r>
              <a:rPr lang="en-US" dirty="0">
                <a:ea typeface="+mn-lt"/>
                <a:cs typeface="+mn-lt"/>
              </a:rPr>
              <a:t>Meeting minutes are notes that are recorded during a meeting. They highlight the key issues that are discussed, motions proposed or voted on, and activities to be undertaken. The minutes of a meeting are usually taken by a designated member of the group. Their task is to provide an accurate record of what transpired during the meeting. </a:t>
            </a:r>
          </a:p>
          <a:p>
            <a:pPr algn="just">
              <a:buNone/>
            </a:pPr>
            <a:r>
              <a:rPr lang="en-US" dirty="0">
                <a:ea typeface="+mn-lt"/>
                <a:cs typeface="+mn-lt"/>
              </a:rPr>
              <a:t>Minutes may be displayed in a variety of formats depending on the preference of your employer and organization.  As they are a record of what has taken place, minutes should be written in past tense using third person and reported speech.</a:t>
            </a:r>
          </a:p>
          <a:p>
            <a:pPr algn="just">
              <a:buNone/>
            </a:pPr>
            <a:endParaRPr lang="en-US" dirty="0">
              <a:ea typeface="+mn-lt"/>
              <a:cs typeface="+mn-lt"/>
            </a:endParaRPr>
          </a:p>
          <a:p>
            <a:pPr algn="just">
              <a:buNone/>
            </a:pPr>
            <a:endParaRPr lang="en-US" dirty="0">
              <a:ea typeface="+mn-lt"/>
              <a:cs typeface="+mn-lt"/>
            </a:endParaRPr>
          </a:p>
        </p:txBody>
      </p:sp>
    </p:spTree>
    <p:extLst>
      <p:ext uri="{BB962C8B-B14F-4D97-AF65-F5344CB8AC3E}">
        <p14:creationId xmlns:p14="http://schemas.microsoft.com/office/powerpoint/2010/main" val="3757976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3FB58-B483-45FF-8229-0ECB0682F446}"/>
              </a:ext>
            </a:extLst>
          </p:cNvPr>
          <p:cNvSpPr>
            <a:spLocks noGrp="1"/>
          </p:cNvSpPr>
          <p:nvPr>
            <p:ph type="title"/>
          </p:nvPr>
        </p:nvSpPr>
        <p:spPr/>
        <p:txBody>
          <a:bodyPr/>
          <a:lstStyle/>
          <a:p>
            <a:r>
              <a:rPr lang="en-US" b="1" dirty="0">
                <a:ea typeface="+mj-lt"/>
                <a:cs typeface="+mj-lt"/>
              </a:rPr>
              <a:t>Types of the Minutes of Meeting</a:t>
            </a:r>
            <a:endParaRPr lang="en-US" dirty="0"/>
          </a:p>
        </p:txBody>
      </p:sp>
      <p:sp>
        <p:nvSpPr>
          <p:cNvPr id="3" name="Content Placeholder 2">
            <a:extLst>
              <a:ext uri="{FF2B5EF4-FFF2-40B4-BE49-F238E27FC236}">
                <a16:creationId xmlns:a16="http://schemas.microsoft.com/office/drawing/2014/main" id="{935F258C-203A-47BA-BCCF-21229EF34AB4}"/>
              </a:ext>
            </a:extLst>
          </p:cNvPr>
          <p:cNvSpPr>
            <a:spLocks noGrp="1"/>
          </p:cNvSpPr>
          <p:nvPr>
            <p:ph idx="1"/>
          </p:nvPr>
        </p:nvSpPr>
        <p:spPr>
          <a:xfrm>
            <a:off x="838200" y="1351173"/>
            <a:ext cx="10515600" cy="5199601"/>
          </a:xfrm>
        </p:spPr>
        <p:txBody>
          <a:bodyPr vert="horz" lIns="91440" tIns="45720" rIns="91440" bIns="45720" rtlCol="0" anchor="t">
            <a:normAutofit fontScale="92500" lnSpcReduction="10000"/>
          </a:bodyPr>
          <a:lstStyle/>
          <a:p>
            <a:pPr>
              <a:buNone/>
            </a:pPr>
            <a:endParaRPr lang="en-US" b="1" dirty="0">
              <a:ea typeface="+mn-lt"/>
              <a:cs typeface="+mn-lt"/>
            </a:endParaRPr>
          </a:p>
          <a:p>
            <a:pPr>
              <a:buFont typeface="Arial,Sans-Serif"/>
            </a:pPr>
            <a:r>
              <a:rPr lang="en-US" dirty="0">
                <a:ea typeface="+mn-lt"/>
                <a:cs typeface="+mn-lt"/>
              </a:rPr>
              <a:t>Verbatim minutes</a:t>
            </a:r>
          </a:p>
          <a:p>
            <a:pPr indent="0">
              <a:buNone/>
            </a:pPr>
            <a:r>
              <a:rPr lang="en-US" dirty="0">
                <a:ea typeface="+mn-lt"/>
                <a:cs typeface="+mn-lt"/>
              </a:rPr>
              <a:t>These are used primarily in court reporting where everything needs to be recorded</a:t>
            </a:r>
          </a:p>
          <a:p>
            <a:pPr>
              <a:buNone/>
            </a:pPr>
            <a:r>
              <a:rPr lang="en-US" dirty="0">
                <a:ea typeface="+mn-lt"/>
                <a:cs typeface="+mn-lt"/>
              </a:rPr>
              <a:t>word for word.</a:t>
            </a:r>
          </a:p>
          <a:p>
            <a:pPr>
              <a:buFont typeface="Arial,Sans-Serif"/>
            </a:pPr>
            <a:r>
              <a:rPr lang="en-US" dirty="0">
                <a:ea typeface="+mn-lt"/>
                <a:cs typeface="+mn-lt"/>
              </a:rPr>
              <a:t>Minutes of resolution</a:t>
            </a:r>
          </a:p>
          <a:p>
            <a:pPr indent="0">
              <a:buNone/>
            </a:pPr>
            <a:r>
              <a:rPr lang="en-US" dirty="0">
                <a:ea typeface="+mn-lt"/>
                <a:cs typeface="+mn-lt"/>
              </a:rPr>
              <a:t>Only the main conclusions that are reached at the meeting are recorded, not a note of the discussions that took place. These are usually used for minutes of AGMs and other statutory meetings. It is important to note the exact wording of any resolutions passed.</a:t>
            </a:r>
          </a:p>
          <a:p>
            <a:pPr>
              <a:buFont typeface="Arial,Sans-Serif"/>
            </a:pPr>
            <a:r>
              <a:rPr lang="en-US" dirty="0">
                <a:ea typeface="+mn-lt"/>
                <a:cs typeface="+mn-lt"/>
              </a:rPr>
              <a:t>Minutes of narration</a:t>
            </a:r>
          </a:p>
          <a:p>
            <a:pPr indent="0">
              <a:buNone/>
            </a:pPr>
            <a:r>
              <a:rPr lang="en-US" dirty="0">
                <a:ea typeface="+mn-lt"/>
                <a:cs typeface="+mn-lt"/>
              </a:rPr>
              <a:t>These minutes will be a concise summary of all the discussions that took place, reports received, actions to be taken and decisions made.</a:t>
            </a:r>
          </a:p>
          <a:p>
            <a:pPr marL="0" indent="0">
              <a:buNone/>
            </a:pPr>
            <a:endParaRPr lang="en-US" dirty="0">
              <a:ea typeface="+mn-lt"/>
              <a:cs typeface="+mn-lt"/>
            </a:endParaRPr>
          </a:p>
          <a:p>
            <a:pPr marL="0" indent="0">
              <a:buNone/>
            </a:pPr>
            <a:endParaRPr lang="en-US" dirty="0">
              <a:cs typeface="Calibri"/>
            </a:endParaRPr>
          </a:p>
        </p:txBody>
      </p:sp>
    </p:spTree>
    <p:extLst>
      <p:ext uri="{BB962C8B-B14F-4D97-AF65-F5344CB8AC3E}">
        <p14:creationId xmlns:p14="http://schemas.microsoft.com/office/powerpoint/2010/main" val="52163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49D4-0903-42ED-9BD3-9A9DD34442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A1B16D-94AF-487C-A988-D7D291A3CD0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0281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News Releases</vt:lpstr>
      <vt:lpstr>News Releases (Press Releases/Statements)</vt:lpstr>
      <vt:lpstr>News Releases (Press Releases/Statements)</vt:lpstr>
      <vt:lpstr>Guidelines to write a news release</vt:lpstr>
      <vt:lpstr>Guidelines to write a news release</vt:lpstr>
      <vt:lpstr>Meetings</vt:lpstr>
      <vt:lpstr>Meetings</vt:lpstr>
      <vt:lpstr>Minutes of Meeting</vt:lpstr>
      <vt:lpstr>Types of the Minutes of Meeting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43</cp:revision>
  <dcterms:created xsi:type="dcterms:W3CDTF">2021-03-09T14:02:17Z</dcterms:created>
  <dcterms:modified xsi:type="dcterms:W3CDTF">2021-03-09T14:15:39Z</dcterms:modified>
</cp:coreProperties>
</file>