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EEE39-617E-449F-930D-451B4DBEB620}" v="101" dt="2021-03-15T14:29:51.834"/>
    <p1510:client id="{15AB9C3B-AA92-4ABF-8147-7135E6AFD6CE}" v="69" dt="2021-03-15T14:49:01.109"/>
    <p1510:client id="{1AF7ADEC-3950-4159-AE25-59D5641C2A97}" v="47" dt="2021-03-15T14:36:05.856"/>
    <p1510:client id="{9ED133D3-DAC5-4835-AB5E-C4B59F732BB1}" v="46" dt="2021-03-15T14:32:12.092"/>
    <p1510:client id="{A258AC1E-47C8-4860-BC07-3974F554682A}" v="61" dt="2021-03-15T14:51:23.209"/>
    <p1510:client id="{A7110D73-85BA-4B63-A613-4E58CCFF8AEE}" v="30" dt="2021-03-15T14:38:39.886"/>
    <p1510:client id="{AE77E1F7-D9C3-4064-A176-91E613F31A59}" v="56" dt="2021-03-15T14:45:31.801"/>
    <p1510:client id="{EF15E253-C367-48BB-A767-9918F3272C24}" v="25" dt="2021-03-15T14:42:37.7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Neupane" userId="S::sachinneupane@samriddhicollege.edu.np::d21c9b6f-0979-4b1c-a91e-ffea27d935d3" providerId="AD" clId="Web-{AE77E1F7-D9C3-4064-A176-91E613F31A59}"/>
    <pc:docChg chg="addSld modSld">
      <pc:chgData name="Sachin  Neupane" userId="S::sachinneupane@samriddhicollege.edu.np::d21c9b6f-0979-4b1c-a91e-ffea27d935d3" providerId="AD" clId="Web-{AE77E1F7-D9C3-4064-A176-91E613F31A59}" dt="2021-03-15T14:45:31.801" v="30"/>
      <pc:docMkLst>
        <pc:docMk/>
      </pc:docMkLst>
      <pc:sldChg chg="modSp">
        <pc:chgData name="Sachin  Neupane" userId="S::sachinneupane@samriddhicollege.edu.np::d21c9b6f-0979-4b1c-a91e-ffea27d935d3" providerId="AD" clId="Web-{AE77E1F7-D9C3-4064-A176-91E613F31A59}" dt="2021-03-15T14:44:26.253" v="6" actId="20577"/>
        <pc:sldMkLst>
          <pc:docMk/>
          <pc:sldMk cId="3032081934" sldId="262"/>
        </pc:sldMkLst>
        <pc:spChg chg="mod">
          <ac:chgData name="Sachin  Neupane" userId="S::sachinneupane@samriddhicollege.edu.np::d21c9b6f-0979-4b1c-a91e-ffea27d935d3" providerId="AD" clId="Web-{AE77E1F7-D9C3-4064-A176-91E613F31A59}" dt="2021-03-15T14:44:16.205" v="4" actId="20577"/>
          <ac:spMkLst>
            <pc:docMk/>
            <pc:sldMk cId="3032081934" sldId="262"/>
            <ac:spMk id="2" creationId="{060D9847-18F5-4FBC-9B6F-E684648A7199}"/>
          </ac:spMkLst>
        </pc:spChg>
        <pc:spChg chg="mod">
          <ac:chgData name="Sachin  Neupane" userId="S::sachinneupane@samriddhicollege.edu.np::d21c9b6f-0979-4b1c-a91e-ffea27d935d3" providerId="AD" clId="Web-{AE77E1F7-D9C3-4064-A176-91E613F31A59}" dt="2021-03-15T14:44:26.253" v="6" actId="20577"/>
          <ac:spMkLst>
            <pc:docMk/>
            <pc:sldMk cId="3032081934" sldId="262"/>
            <ac:spMk id="3" creationId="{BBFF357C-21E1-41A2-BC32-CF189C1D7501}"/>
          </ac:spMkLst>
        </pc:spChg>
      </pc:sldChg>
      <pc:sldChg chg="modSp">
        <pc:chgData name="Sachin  Neupane" userId="S::sachinneupane@samriddhicollege.edu.np::d21c9b6f-0979-4b1c-a91e-ffea27d935d3" providerId="AD" clId="Web-{AE77E1F7-D9C3-4064-A176-91E613F31A59}" dt="2021-03-15T14:45:12.472" v="27" actId="14100"/>
        <pc:sldMkLst>
          <pc:docMk/>
          <pc:sldMk cId="1654381254" sldId="263"/>
        </pc:sldMkLst>
        <pc:spChg chg="mod">
          <ac:chgData name="Sachin  Neupane" userId="S::sachinneupane@samriddhicollege.edu.np::d21c9b6f-0979-4b1c-a91e-ffea27d935d3" providerId="AD" clId="Web-{AE77E1F7-D9C3-4064-A176-91E613F31A59}" dt="2021-03-15T14:44:57.628" v="20" actId="14100"/>
          <ac:spMkLst>
            <pc:docMk/>
            <pc:sldMk cId="1654381254" sldId="263"/>
            <ac:spMk id="2" creationId="{B8F0C2A1-BD88-4E35-8AF8-84FEE3575394}"/>
          </ac:spMkLst>
        </pc:spChg>
        <pc:spChg chg="mod">
          <ac:chgData name="Sachin  Neupane" userId="S::sachinneupane@samriddhicollege.edu.np::d21c9b6f-0979-4b1c-a91e-ffea27d935d3" providerId="AD" clId="Web-{AE77E1F7-D9C3-4064-A176-91E613F31A59}" dt="2021-03-15T14:45:12.472" v="27" actId="14100"/>
          <ac:spMkLst>
            <pc:docMk/>
            <pc:sldMk cId="1654381254" sldId="263"/>
            <ac:spMk id="3" creationId="{8E8BA950-AF5C-4E9D-BA8B-10605EBCD4D4}"/>
          </ac:spMkLst>
        </pc:spChg>
      </pc:sldChg>
      <pc:sldChg chg="new">
        <pc:chgData name="Sachin  Neupane" userId="S::sachinneupane@samriddhicollege.edu.np::d21c9b6f-0979-4b1c-a91e-ffea27d935d3" providerId="AD" clId="Web-{AE77E1F7-D9C3-4064-A176-91E613F31A59}" dt="2021-03-15T14:45:24.254" v="28"/>
        <pc:sldMkLst>
          <pc:docMk/>
          <pc:sldMk cId="3558598818" sldId="265"/>
        </pc:sldMkLst>
      </pc:sldChg>
      <pc:sldChg chg="new">
        <pc:chgData name="Sachin  Neupane" userId="S::sachinneupane@samriddhicollege.edu.np::d21c9b6f-0979-4b1c-a91e-ffea27d935d3" providerId="AD" clId="Web-{AE77E1F7-D9C3-4064-A176-91E613F31A59}" dt="2021-03-15T14:45:28.488" v="29"/>
        <pc:sldMkLst>
          <pc:docMk/>
          <pc:sldMk cId="3348359256" sldId="266"/>
        </pc:sldMkLst>
      </pc:sldChg>
      <pc:sldChg chg="new">
        <pc:chgData name="Sachin  Neupane" userId="S::sachinneupane@samriddhicollege.edu.np::d21c9b6f-0979-4b1c-a91e-ffea27d935d3" providerId="AD" clId="Web-{AE77E1F7-D9C3-4064-A176-91E613F31A59}" dt="2021-03-15T14:45:31.801" v="30"/>
        <pc:sldMkLst>
          <pc:docMk/>
          <pc:sldMk cId="3197952873" sldId="267"/>
        </pc:sldMkLst>
      </pc:sldChg>
    </pc:docChg>
  </pc:docChgLst>
  <pc:docChgLst>
    <pc:chgData name="Sachin  Neupane" userId="S::sachinneupane@samriddhicollege.edu.np::d21c9b6f-0979-4b1c-a91e-ffea27d935d3" providerId="AD" clId="Web-{1AF7ADEC-3950-4159-AE25-59D5641C2A97}"/>
    <pc:docChg chg="modSld">
      <pc:chgData name="Sachin  Neupane" userId="S::sachinneupane@samriddhicollege.edu.np::d21c9b6f-0979-4b1c-a91e-ffea27d935d3" providerId="AD" clId="Web-{1AF7ADEC-3950-4159-AE25-59D5641C2A97}" dt="2021-03-15T14:36:05.731" v="25" actId="14100"/>
      <pc:docMkLst>
        <pc:docMk/>
      </pc:docMkLst>
      <pc:sldChg chg="modSp">
        <pc:chgData name="Sachin  Neupane" userId="S::sachinneupane@samriddhicollege.edu.np::d21c9b6f-0979-4b1c-a91e-ffea27d935d3" providerId="AD" clId="Web-{1AF7ADEC-3950-4159-AE25-59D5641C2A97}" dt="2021-03-15T14:36:05.731" v="25" actId="14100"/>
        <pc:sldMkLst>
          <pc:docMk/>
          <pc:sldMk cId="597393072" sldId="259"/>
        </pc:sldMkLst>
        <pc:spChg chg="mod">
          <ac:chgData name="Sachin  Neupane" userId="S::sachinneupane@samriddhicollege.edu.np::d21c9b6f-0979-4b1c-a91e-ffea27d935d3" providerId="AD" clId="Web-{1AF7ADEC-3950-4159-AE25-59D5641C2A97}" dt="2021-03-15T14:35:16.729" v="14" actId="14100"/>
          <ac:spMkLst>
            <pc:docMk/>
            <pc:sldMk cId="597393072" sldId="259"/>
            <ac:spMk id="2" creationId="{D1821F42-2CB6-4907-A11A-A3D4FAF5F628}"/>
          </ac:spMkLst>
        </pc:spChg>
        <pc:spChg chg="mod">
          <ac:chgData name="Sachin  Neupane" userId="S::sachinneupane@samriddhicollege.edu.np::d21c9b6f-0979-4b1c-a91e-ffea27d935d3" providerId="AD" clId="Web-{1AF7ADEC-3950-4159-AE25-59D5641C2A97}" dt="2021-03-15T14:36:05.731" v="25" actId="14100"/>
          <ac:spMkLst>
            <pc:docMk/>
            <pc:sldMk cId="597393072" sldId="259"/>
            <ac:spMk id="3" creationId="{8E635280-E736-4DBD-932C-7C613FFBB1DC}"/>
          </ac:spMkLst>
        </pc:spChg>
      </pc:sldChg>
    </pc:docChg>
  </pc:docChgLst>
  <pc:docChgLst>
    <pc:chgData name="Sachin  Neupane" userId="S::sachinneupane@samriddhicollege.edu.np::d21c9b6f-0979-4b1c-a91e-ffea27d935d3" providerId="AD" clId="Web-{15AB9C3B-AA92-4ABF-8147-7135E6AFD6CE}"/>
    <pc:docChg chg="modSld">
      <pc:chgData name="Sachin  Neupane" userId="S::sachinneupane@samriddhicollege.edu.np::d21c9b6f-0979-4b1c-a91e-ffea27d935d3" providerId="AD" clId="Web-{15AB9C3B-AA92-4ABF-8147-7135E6AFD6CE}" dt="2021-03-15T14:49:01.109" v="34" actId="20577"/>
      <pc:docMkLst>
        <pc:docMk/>
      </pc:docMkLst>
      <pc:sldChg chg="modSp">
        <pc:chgData name="Sachin  Neupane" userId="S::sachinneupane@samriddhicollege.edu.np::d21c9b6f-0979-4b1c-a91e-ffea27d935d3" providerId="AD" clId="Web-{15AB9C3B-AA92-4ABF-8147-7135E6AFD6CE}" dt="2021-03-15T14:48:04.796" v="13" actId="14100"/>
        <pc:sldMkLst>
          <pc:docMk/>
          <pc:sldMk cId="3905339372" sldId="264"/>
        </pc:sldMkLst>
        <pc:spChg chg="mod">
          <ac:chgData name="Sachin  Neupane" userId="S::sachinneupane@samriddhicollege.edu.np::d21c9b6f-0979-4b1c-a91e-ffea27d935d3" providerId="AD" clId="Web-{15AB9C3B-AA92-4ABF-8147-7135E6AFD6CE}" dt="2021-03-15T14:47:58.093" v="11" actId="20577"/>
          <ac:spMkLst>
            <pc:docMk/>
            <pc:sldMk cId="3905339372" sldId="264"/>
            <ac:spMk id="2" creationId="{A0EB37C9-C10C-4064-8F45-8F9276DAF25E}"/>
          </ac:spMkLst>
        </pc:spChg>
        <pc:spChg chg="mod">
          <ac:chgData name="Sachin  Neupane" userId="S::sachinneupane@samriddhicollege.edu.np::d21c9b6f-0979-4b1c-a91e-ffea27d935d3" providerId="AD" clId="Web-{15AB9C3B-AA92-4ABF-8147-7135E6AFD6CE}" dt="2021-03-15T14:48:04.796" v="13" actId="14100"/>
          <ac:spMkLst>
            <pc:docMk/>
            <pc:sldMk cId="3905339372" sldId="264"/>
            <ac:spMk id="3" creationId="{2633539A-640A-4C23-888D-B16C7713DCE3}"/>
          </ac:spMkLst>
        </pc:spChg>
      </pc:sldChg>
      <pc:sldChg chg="modSp">
        <pc:chgData name="Sachin  Neupane" userId="S::sachinneupane@samriddhicollege.edu.np::d21c9b6f-0979-4b1c-a91e-ffea27d935d3" providerId="AD" clId="Web-{15AB9C3B-AA92-4ABF-8147-7135E6AFD6CE}" dt="2021-03-15T14:48:41.156" v="17" actId="20577"/>
        <pc:sldMkLst>
          <pc:docMk/>
          <pc:sldMk cId="3558598818" sldId="265"/>
        </pc:sldMkLst>
        <pc:spChg chg="mod">
          <ac:chgData name="Sachin  Neupane" userId="S::sachinneupane@samriddhicollege.edu.np::d21c9b6f-0979-4b1c-a91e-ffea27d935d3" providerId="AD" clId="Web-{15AB9C3B-AA92-4ABF-8147-7135E6AFD6CE}" dt="2021-03-15T14:48:41.156" v="17" actId="20577"/>
          <ac:spMkLst>
            <pc:docMk/>
            <pc:sldMk cId="3558598818" sldId="265"/>
            <ac:spMk id="2" creationId="{6C99D0C6-7C39-4B33-B643-4BA3FFA1A2C0}"/>
          </ac:spMkLst>
        </pc:spChg>
        <pc:spChg chg="mod">
          <ac:chgData name="Sachin  Neupane" userId="S::sachinneupane@samriddhicollege.edu.np::d21c9b6f-0979-4b1c-a91e-ffea27d935d3" providerId="AD" clId="Web-{15AB9C3B-AA92-4ABF-8147-7135E6AFD6CE}" dt="2021-03-15T14:47:52.405" v="10" actId="20577"/>
          <ac:spMkLst>
            <pc:docMk/>
            <pc:sldMk cId="3558598818" sldId="265"/>
            <ac:spMk id="3" creationId="{1D33A462-3D15-4753-8F17-8A9F3420C3D3}"/>
          </ac:spMkLst>
        </pc:spChg>
      </pc:sldChg>
      <pc:sldChg chg="modSp">
        <pc:chgData name="Sachin  Neupane" userId="S::sachinneupane@samriddhicollege.edu.np::d21c9b6f-0979-4b1c-a91e-ffea27d935d3" providerId="AD" clId="Web-{15AB9C3B-AA92-4ABF-8147-7135E6AFD6CE}" dt="2021-03-15T14:49:01.109" v="34" actId="20577"/>
        <pc:sldMkLst>
          <pc:docMk/>
          <pc:sldMk cId="3348359256" sldId="266"/>
        </pc:sldMkLst>
        <pc:spChg chg="mod">
          <ac:chgData name="Sachin  Neupane" userId="S::sachinneupane@samriddhicollege.edu.np::d21c9b6f-0979-4b1c-a91e-ffea27d935d3" providerId="AD" clId="Web-{15AB9C3B-AA92-4ABF-8147-7135E6AFD6CE}" dt="2021-03-15T14:49:01.109" v="34" actId="20577"/>
          <ac:spMkLst>
            <pc:docMk/>
            <pc:sldMk cId="3348359256" sldId="266"/>
            <ac:spMk id="2" creationId="{7B3A6893-D907-4C18-96F2-FA366CEA9DC1}"/>
          </ac:spMkLst>
        </pc:spChg>
        <pc:spChg chg="mod">
          <ac:chgData name="Sachin  Neupane" userId="S::sachinneupane@samriddhicollege.edu.np::d21c9b6f-0979-4b1c-a91e-ffea27d935d3" providerId="AD" clId="Web-{15AB9C3B-AA92-4ABF-8147-7135E6AFD6CE}" dt="2021-03-15T14:48:45.765" v="18" actId="20577"/>
          <ac:spMkLst>
            <pc:docMk/>
            <pc:sldMk cId="3348359256" sldId="266"/>
            <ac:spMk id="3" creationId="{566F2362-AFAF-4B8D-9C16-AE4E94D8E248}"/>
          </ac:spMkLst>
        </pc:spChg>
      </pc:sldChg>
    </pc:docChg>
  </pc:docChgLst>
  <pc:docChgLst>
    <pc:chgData name="Sachin  Neupane" userId="S::sachinneupane@samriddhicollege.edu.np::d21c9b6f-0979-4b1c-a91e-ffea27d935d3" providerId="AD" clId="Web-{06AEEE39-617E-449F-930D-451B4DBEB620}"/>
    <pc:docChg chg="addSld modSld">
      <pc:chgData name="Sachin  Neupane" userId="S::sachinneupane@samriddhicollege.edu.np::d21c9b6f-0979-4b1c-a91e-ffea27d935d3" providerId="AD" clId="Web-{06AEEE39-617E-449F-930D-451B4DBEB620}" dt="2021-03-15T14:29:50.506" v="51" actId="20577"/>
      <pc:docMkLst>
        <pc:docMk/>
      </pc:docMkLst>
      <pc:sldChg chg="modSp">
        <pc:chgData name="Sachin  Neupane" userId="S::sachinneupane@samriddhicollege.edu.np::d21c9b6f-0979-4b1c-a91e-ffea27d935d3" providerId="AD" clId="Web-{06AEEE39-617E-449F-930D-451B4DBEB620}" dt="2021-03-15T14:29:21.505" v="33" actId="20577"/>
        <pc:sldMkLst>
          <pc:docMk/>
          <pc:sldMk cId="109857222" sldId="256"/>
        </pc:sldMkLst>
        <pc:spChg chg="mod">
          <ac:chgData name="Sachin  Neupane" userId="S::sachinneupane@samriddhicollege.edu.np::d21c9b6f-0979-4b1c-a91e-ffea27d935d3" providerId="AD" clId="Web-{06AEEE39-617E-449F-930D-451B4DBEB620}" dt="2021-03-15T14:29:17.458" v="30" actId="20577"/>
          <ac:spMkLst>
            <pc:docMk/>
            <pc:sldMk cId="109857222" sldId="256"/>
            <ac:spMk id="2" creationId="{00000000-0000-0000-0000-000000000000}"/>
          </ac:spMkLst>
        </pc:spChg>
        <pc:spChg chg="mod">
          <ac:chgData name="Sachin  Neupane" userId="S::sachinneupane@samriddhicollege.edu.np::d21c9b6f-0979-4b1c-a91e-ffea27d935d3" providerId="AD" clId="Web-{06AEEE39-617E-449F-930D-451B4DBEB620}" dt="2021-03-15T14:29:21.505" v="33" actId="20577"/>
          <ac:spMkLst>
            <pc:docMk/>
            <pc:sldMk cId="109857222" sldId="256"/>
            <ac:spMk id="3" creationId="{00000000-0000-0000-0000-000000000000}"/>
          </ac:spMkLst>
        </pc:spChg>
      </pc:sldChg>
      <pc:sldChg chg="modSp new">
        <pc:chgData name="Sachin  Neupane" userId="S::sachinneupane@samriddhicollege.edu.np::d21c9b6f-0979-4b1c-a91e-ffea27d935d3" providerId="AD" clId="Web-{06AEEE39-617E-449F-930D-451B4DBEB620}" dt="2021-03-15T14:29:47.756" v="50" actId="20577"/>
        <pc:sldMkLst>
          <pc:docMk/>
          <pc:sldMk cId="933285552" sldId="257"/>
        </pc:sldMkLst>
        <pc:spChg chg="mod">
          <ac:chgData name="Sachin  Neupane" userId="S::sachinneupane@samriddhicollege.edu.np::d21c9b6f-0979-4b1c-a91e-ffea27d935d3" providerId="AD" clId="Web-{06AEEE39-617E-449F-930D-451B4DBEB620}" dt="2021-03-15T14:29:47.756" v="50" actId="20577"/>
          <ac:spMkLst>
            <pc:docMk/>
            <pc:sldMk cId="933285552" sldId="257"/>
            <ac:spMk id="2" creationId="{43B33074-C98B-45B0-A8D4-F79FE0588AFA}"/>
          </ac:spMkLst>
        </pc:spChg>
        <pc:spChg chg="mod">
          <ac:chgData name="Sachin  Neupane" userId="S::sachinneupane@samriddhicollege.edu.np::d21c9b6f-0979-4b1c-a91e-ffea27d935d3" providerId="AD" clId="Web-{06AEEE39-617E-449F-930D-451B4DBEB620}" dt="2021-03-15T14:29:30.349" v="36" actId="20577"/>
          <ac:spMkLst>
            <pc:docMk/>
            <pc:sldMk cId="933285552" sldId="257"/>
            <ac:spMk id="3" creationId="{3EDC1EC3-8F06-4986-8102-779592EC4625}"/>
          </ac:spMkLst>
        </pc:spChg>
      </pc:sldChg>
      <pc:sldChg chg="modSp new">
        <pc:chgData name="Sachin  Neupane" userId="S::sachinneupane@samriddhicollege.edu.np::d21c9b6f-0979-4b1c-a91e-ffea27d935d3" providerId="AD" clId="Web-{06AEEE39-617E-449F-930D-451B4DBEB620}" dt="2021-03-15T14:29:50.506" v="51" actId="20577"/>
        <pc:sldMkLst>
          <pc:docMk/>
          <pc:sldMk cId="3428296648" sldId="258"/>
        </pc:sldMkLst>
        <pc:spChg chg="mod">
          <ac:chgData name="Sachin  Neupane" userId="S::sachinneupane@samriddhicollege.edu.np::d21c9b6f-0979-4b1c-a91e-ffea27d935d3" providerId="AD" clId="Web-{06AEEE39-617E-449F-930D-451B4DBEB620}" dt="2021-03-15T14:29:50.506" v="51" actId="20577"/>
          <ac:spMkLst>
            <pc:docMk/>
            <pc:sldMk cId="3428296648" sldId="258"/>
            <ac:spMk id="2" creationId="{B87DE187-BB52-4CB7-95E8-4831C4702BCD}"/>
          </ac:spMkLst>
        </pc:spChg>
      </pc:sldChg>
      <pc:sldChg chg="new">
        <pc:chgData name="Sachin  Neupane" userId="S::sachinneupane@samriddhicollege.edu.np::d21c9b6f-0979-4b1c-a91e-ffea27d935d3" providerId="AD" clId="Web-{06AEEE39-617E-449F-930D-451B4DBEB620}" dt="2021-03-15T14:28:49.833" v="2"/>
        <pc:sldMkLst>
          <pc:docMk/>
          <pc:sldMk cId="597393072" sldId="259"/>
        </pc:sldMkLst>
      </pc:sldChg>
      <pc:sldChg chg="new">
        <pc:chgData name="Sachin  Neupane" userId="S::sachinneupane@samriddhicollege.edu.np::d21c9b6f-0979-4b1c-a91e-ffea27d935d3" providerId="AD" clId="Web-{06AEEE39-617E-449F-930D-451B4DBEB620}" dt="2021-03-15T14:28:52.645" v="3"/>
        <pc:sldMkLst>
          <pc:docMk/>
          <pc:sldMk cId="1077593635" sldId="260"/>
        </pc:sldMkLst>
      </pc:sldChg>
      <pc:sldChg chg="new">
        <pc:chgData name="Sachin  Neupane" userId="S::sachinneupane@samriddhicollege.edu.np::d21c9b6f-0979-4b1c-a91e-ffea27d935d3" providerId="AD" clId="Web-{06AEEE39-617E-449F-930D-451B4DBEB620}" dt="2021-03-15T14:28:55.598" v="4"/>
        <pc:sldMkLst>
          <pc:docMk/>
          <pc:sldMk cId="717095603" sldId="261"/>
        </pc:sldMkLst>
      </pc:sldChg>
      <pc:sldChg chg="new">
        <pc:chgData name="Sachin  Neupane" userId="S::sachinneupane@samriddhicollege.edu.np::d21c9b6f-0979-4b1c-a91e-ffea27d935d3" providerId="AD" clId="Web-{06AEEE39-617E-449F-930D-451B4DBEB620}" dt="2021-03-15T14:28:58.380" v="5"/>
        <pc:sldMkLst>
          <pc:docMk/>
          <pc:sldMk cId="3032081934" sldId="262"/>
        </pc:sldMkLst>
      </pc:sldChg>
      <pc:sldChg chg="new">
        <pc:chgData name="Sachin  Neupane" userId="S::sachinneupane@samriddhicollege.edu.np::d21c9b6f-0979-4b1c-a91e-ffea27d935d3" providerId="AD" clId="Web-{06AEEE39-617E-449F-930D-451B4DBEB620}" dt="2021-03-15T14:29:01.302" v="6"/>
        <pc:sldMkLst>
          <pc:docMk/>
          <pc:sldMk cId="1654381254" sldId="263"/>
        </pc:sldMkLst>
      </pc:sldChg>
      <pc:sldChg chg="new">
        <pc:chgData name="Sachin  Neupane" userId="S::sachinneupane@samriddhicollege.edu.np::d21c9b6f-0979-4b1c-a91e-ffea27d935d3" providerId="AD" clId="Web-{06AEEE39-617E-449F-930D-451B4DBEB620}" dt="2021-03-15T14:29:04.645" v="7"/>
        <pc:sldMkLst>
          <pc:docMk/>
          <pc:sldMk cId="3905339372" sldId="264"/>
        </pc:sldMkLst>
      </pc:sldChg>
    </pc:docChg>
  </pc:docChgLst>
  <pc:docChgLst>
    <pc:chgData name="Sachin  Neupane" userId="S::sachinneupane@samriddhicollege.edu.np::d21c9b6f-0979-4b1c-a91e-ffea27d935d3" providerId="AD" clId="Web-{A7110D73-85BA-4B63-A613-4E58CCFF8AEE}"/>
    <pc:docChg chg="modSld">
      <pc:chgData name="Sachin  Neupane" userId="S::sachinneupane@samriddhicollege.edu.np::d21c9b6f-0979-4b1c-a91e-ffea27d935d3" providerId="AD" clId="Web-{A7110D73-85BA-4B63-A613-4E58CCFF8AEE}" dt="2021-03-15T14:38:39.886" v="16" actId="20577"/>
      <pc:docMkLst>
        <pc:docMk/>
      </pc:docMkLst>
      <pc:sldChg chg="modSp">
        <pc:chgData name="Sachin  Neupane" userId="S::sachinneupane@samriddhicollege.edu.np::d21c9b6f-0979-4b1c-a91e-ffea27d935d3" providerId="AD" clId="Web-{A7110D73-85BA-4B63-A613-4E58CCFF8AEE}" dt="2021-03-15T14:38:18.589" v="12" actId="14100"/>
        <pc:sldMkLst>
          <pc:docMk/>
          <pc:sldMk cId="1077593635" sldId="260"/>
        </pc:sldMkLst>
        <pc:spChg chg="mod">
          <ac:chgData name="Sachin  Neupane" userId="S::sachinneupane@samriddhicollege.edu.np::d21c9b6f-0979-4b1c-a91e-ffea27d935d3" providerId="AD" clId="Web-{A7110D73-85BA-4B63-A613-4E58CCFF8AEE}" dt="2021-03-15T14:38:02.135" v="5" actId="14100"/>
          <ac:spMkLst>
            <pc:docMk/>
            <pc:sldMk cId="1077593635" sldId="260"/>
            <ac:spMk id="2" creationId="{3EE36DB3-DF22-4732-945D-52EC9E542D11}"/>
          </ac:spMkLst>
        </pc:spChg>
        <pc:spChg chg="mod">
          <ac:chgData name="Sachin  Neupane" userId="S::sachinneupane@samriddhicollege.edu.np::d21c9b6f-0979-4b1c-a91e-ffea27d935d3" providerId="AD" clId="Web-{A7110D73-85BA-4B63-A613-4E58CCFF8AEE}" dt="2021-03-15T14:38:18.589" v="12" actId="14100"/>
          <ac:spMkLst>
            <pc:docMk/>
            <pc:sldMk cId="1077593635" sldId="260"/>
            <ac:spMk id="3" creationId="{F33E167D-B134-45B9-8CB4-D3DB5201B053}"/>
          </ac:spMkLst>
        </pc:spChg>
      </pc:sldChg>
      <pc:sldChg chg="modSp">
        <pc:chgData name="Sachin  Neupane" userId="S::sachinneupane@samriddhicollege.edu.np::d21c9b6f-0979-4b1c-a91e-ffea27d935d3" providerId="AD" clId="Web-{A7110D73-85BA-4B63-A613-4E58CCFF8AEE}" dt="2021-03-15T14:38:39.886" v="16" actId="20577"/>
        <pc:sldMkLst>
          <pc:docMk/>
          <pc:sldMk cId="717095603" sldId="261"/>
        </pc:sldMkLst>
        <pc:spChg chg="mod">
          <ac:chgData name="Sachin  Neupane" userId="S::sachinneupane@samriddhicollege.edu.np::d21c9b6f-0979-4b1c-a91e-ffea27d935d3" providerId="AD" clId="Web-{A7110D73-85BA-4B63-A613-4E58CCFF8AEE}" dt="2021-03-15T14:38:33.558" v="14" actId="14100"/>
          <ac:spMkLst>
            <pc:docMk/>
            <pc:sldMk cId="717095603" sldId="261"/>
            <ac:spMk id="2" creationId="{058DAC94-0BCC-48A4-8AE7-AF7E870227E5}"/>
          </ac:spMkLst>
        </pc:spChg>
        <pc:spChg chg="mod">
          <ac:chgData name="Sachin  Neupane" userId="S::sachinneupane@samriddhicollege.edu.np::d21c9b6f-0979-4b1c-a91e-ffea27d935d3" providerId="AD" clId="Web-{A7110D73-85BA-4B63-A613-4E58CCFF8AEE}" dt="2021-03-15T14:38:39.886" v="16" actId="20577"/>
          <ac:spMkLst>
            <pc:docMk/>
            <pc:sldMk cId="717095603" sldId="261"/>
            <ac:spMk id="3" creationId="{0B94CDDD-FC2C-44EA-BB64-7CC70CE2E090}"/>
          </ac:spMkLst>
        </pc:spChg>
      </pc:sldChg>
    </pc:docChg>
  </pc:docChgLst>
  <pc:docChgLst>
    <pc:chgData name="Sachin  Neupane" userId="S::sachinneupane@samriddhicollege.edu.np::d21c9b6f-0979-4b1c-a91e-ffea27d935d3" providerId="AD" clId="Web-{A258AC1E-47C8-4860-BC07-3974F554682A}"/>
    <pc:docChg chg="addSld delSld modSld">
      <pc:chgData name="Sachin  Neupane" userId="S::sachinneupane@samriddhicollege.edu.np::d21c9b6f-0979-4b1c-a91e-ffea27d935d3" providerId="AD" clId="Web-{A258AC1E-47C8-4860-BC07-3974F554682A}" dt="2021-03-15T14:51:23.209" v="30" actId="20577"/>
      <pc:docMkLst>
        <pc:docMk/>
      </pc:docMkLst>
      <pc:sldChg chg="del">
        <pc:chgData name="Sachin  Neupane" userId="S::sachinneupane@samriddhicollege.edu.np::d21c9b6f-0979-4b1c-a91e-ffea27d935d3" providerId="AD" clId="Web-{A258AC1E-47C8-4860-BC07-3974F554682A}" dt="2021-03-15T14:51:09.381" v="23"/>
        <pc:sldMkLst>
          <pc:docMk/>
          <pc:sldMk cId="3348359256" sldId="266"/>
        </pc:sldMkLst>
      </pc:sldChg>
      <pc:sldChg chg="modSp">
        <pc:chgData name="Sachin  Neupane" userId="S::sachinneupane@samriddhicollege.edu.np::d21c9b6f-0979-4b1c-a91e-ffea27d935d3" providerId="AD" clId="Web-{A258AC1E-47C8-4860-BC07-3974F554682A}" dt="2021-03-15T14:51:18.428" v="26" actId="20577"/>
        <pc:sldMkLst>
          <pc:docMk/>
          <pc:sldMk cId="3197952873" sldId="267"/>
        </pc:sldMkLst>
        <pc:spChg chg="mod">
          <ac:chgData name="Sachin  Neupane" userId="S::sachinneupane@samriddhicollege.edu.np::d21c9b6f-0979-4b1c-a91e-ffea27d935d3" providerId="AD" clId="Web-{A258AC1E-47C8-4860-BC07-3974F554682A}" dt="2021-03-15T14:50:43.396" v="5" actId="20577"/>
          <ac:spMkLst>
            <pc:docMk/>
            <pc:sldMk cId="3197952873" sldId="267"/>
            <ac:spMk id="2" creationId="{1AED6D8F-A4C8-401A-B941-960334BEFB5D}"/>
          </ac:spMkLst>
        </pc:spChg>
        <pc:spChg chg="mod">
          <ac:chgData name="Sachin  Neupane" userId="S::sachinneupane@samriddhicollege.edu.np::d21c9b6f-0979-4b1c-a91e-ffea27d935d3" providerId="AD" clId="Web-{A258AC1E-47C8-4860-BC07-3974F554682A}" dt="2021-03-15T14:51:18.428" v="26" actId="20577"/>
          <ac:spMkLst>
            <pc:docMk/>
            <pc:sldMk cId="3197952873" sldId="267"/>
            <ac:spMk id="3" creationId="{11E21299-5CE0-47DE-9AED-938ACAB94208}"/>
          </ac:spMkLst>
        </pc:spChg>
      </pc:sldChg>
      <pc:sldChg chg="modSp new">
        <pc:chgData name="Sachin  Neupane" userId="S::sachinneupane@samriddhicollege.edu.np::d21c9b6f-0979-4b1c-a91e-ffea27d935d3" providerId="AD" clId="Web-{A258AC1E-47C8-4860-BC07-3974F554682A}" dt="2021-03-15T14:51:23.209" v="30" actId="20577"/>
        <pc:sldMkLst>
          <pc:docMk/>
          <pc:sldMk cId="2190484843" sldId="268"/>
        </pc:sldMkLst>
        <pc:spChg chg="mod">
          <ac:chgData name="Sachin  Neupane" userId="S::sachinneupane@samriddhicollege.edu.np::d21c9b6f-0979-4b1c-a91e-ffea27d935d3" providerId="AD" clId="Web-{A258AC1E-47C8-4860-BC07-3974F554682A}" dt="2021-03-15T14:51:06.834" v="22" actId="20577"/>
          <ac:spMkLst>
            <pc:docMk/>
            <pc:sldMk cId="2190484843" sldId="268"/>
            <ac:spMk id="2" creationId="{4EA6077B-9D35-493F-994E-AC828D49CBFC}"/>
          </ac:spMkLst>
        </pc:spChg>
        <pc:spChg chg="mod">
          <ac:chgData name="Sachin  Neupane" userId="S::sachinneupane@samriddhicollege.edu.np::d21c9b6f-0979-4b1c-a91e-ffea27d935d3" providerId="AD" clId="Web-{A258AC1E-47C8-4860-BC07-3974F554682A}" dt="2021-03-15T14:51:23.209" v="30" actId="20577"/>
          <ac:spMkLst>
            <pc:docMk/>
            <pc:sldMk cId="2190484843" sldId="268"/>
            <ac:spMk id="3" creationId="{DABC87D2-573D-4213-B120-054BC2A575F7}"/>
          </ac:spMkLst>
        </pc:spChg>
      </pc:sldChg>
    </pc:docChg>
  </pc:docChgLst>
  <pc:docChgLst>
    <pc:chgData name="Sachin  Neupane" userId="S::sachinneupane@samriddhicollege.edu.np::d21c9b6f-0979-4b1c-a91e-ffea27d935d3" providerId="AD" clId="Web-{EF15E253-C367-48BB-A767-9918F3272C24}"/>
    <pc:docChg chg="modSld">
      <pc:chgData name="Sachin  Neupane" userId="S::sachinneupane@samriddhicollege.edu.np::d21c9b6f-0979-4b1c-a91e-ffea27d935d3" providerId="AD" clId="Web-{EF15E253-C367-48BB-A767-9918F3272C24}" dt="2021-03-15T14:42:37.772" v="13" actId="20577"/>
      <pc:docMkLst>
        <pc:docMk/>
      </pc:docMkLst>
      <pc:sldChg chg="modSp">
        <pc:chgData name="Sachin  Neupane" userId="S::sachinneupane@samriddhicollege.edu.np::d21c9b6f-0979-4b1c-a91e-ffea27d935d3" providerId="AD" clId="Web-{EF15E253-C367-48BB-A767-9918F3272C24}" dt="2021-03-15T14:42:37.772" v="13" actId="20577"/>
        <pc:sldMkLst>
          <pc:docMk/>
          <pc:sldMk cId="717095603" sldId="261"/>
        </pc:sldMkLst>
        <pc:spChg chg="mod">
          <ac:chgData name="Sachin  Neupane" userId="S::sachinneupane@samriddhicollege.edu.np::d21c9b6f-0979-4b1c-a91e-ffea27d935d3" providerId="AD" clId="Web-{EF15E253-C367-48BB-A767-9918F3272C24}" dt="2021-03-15T14:42:37.772" v="13" actId="20577"/>
          <ac:spMkLst>
            <pc:docMk/>
            <pc:sldMk cId="717095603" sldId="261"/>
            <ac:spMk id="3" creationId="{0B94CDDD-FC2C-44EA-BB64-7CC70CE2E090}"/>
          </ac:spMkLst>
        </pc:spChg>
      </pc:sldChg>
    </pc:docChg>
  </pc:docChgLst>
  <pc:docChgLst>
    <pc:chgData name="Sachin  Neupane" userId="S::sachinneupane@samriddhicollege.edu.np::d21c9b6f-0979-4b1c-a91e-ffea27d935d3" providerId="AD" clId="Web-{9ED133D3-DAC5-4835-AB5E-C4B59F732BB1}"/>
    <pc:docChg chg="modSld">
      <pc:chgData name="Sachin  Neupane" userId="S::sachinneupane@samriddhicollege.edu.np::d21c9b6f-0979-4b1c-a91e-ffea27d935d3" providerId="AD" clId="Web-{9ED133D3-DAC5-4835-AB5E-C4B59F732BB1}" dt="2021-03-15T14:32:11.873" v="24" actId="14100"/>
      <pc:docMkLst>
        <pc:docMk/>
      </pc:docMkLst>
      <pc:sldChg chg="modSp">
        <pc:chgData name="Sachin  Neupane" userId="S::sachinneupane@samriddhicollege.edu.np::d21c9b6f-0979-4b1c-a91e-ffea27d935d3" providerId="AD" clId="Web-{9ED133D3-DAC5-4835-AB5E-C4B59F732BB1}" dt="2021-03-15T14:32:11.873" v="24" actId="14100"/>
        <pc:sldMkLst>
          <pc:docMk/>
          <pc:sldMk cId="3428296648" sldId="258"/>
        </pc:sldMkLst>
        <pc:spChg chg="mod">
          <ac:chgData name="Sachin  Neupane" userId="S::sachinneupane@samriddhicollege.edu.np::d21c9b6f-0979-4b1c-a91e-ffea27d935d3" providerId="AD" clId="Web-{9ED133D3-DAC5-4835-AB5E-C4B59F732BB1}" dt="2021-03-15T14:31:18.403" v="5" actId="14100"/>
          <ac:spMkLst>
            <pc:docMk/>
            <pc:sldMk cId="3428296648" sldId="258"/>
            <ac:spMk id="2" creationId="{B87DE187-BB52-4CB7-95E8-4831C4702BCD}"/>
          </ac:spMkLst>
        </pc:spChg>
        <pc:spChg chg="mod">
          <ac:chgData name="Sachin  Neupane" userId="S::sachinneupane@samriddhicollege.edu.np::d21c9b6f-0979-4b1c-a91e-ffea27d935d3" providerId="AD" clId="Web-{9ED133D3-DAC5-4835-AB5E-C4B59F732BB1}" dt="2021-03-15T14:32:11.873" v="24" actId="14100"/>
          <ac:spMkLst>
            <pc:docMk/>
            <pc:sldMk cId="3428296648" sldId="258"/>
            <ac:spMk id="3" creationId="{2D1C60C9-A813-4D55-8934-E7C33DBC5B3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Employment Communication</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Unit-8</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3074-C98B-45B0-A8D4-F79FE0588AFA}"/>
              </a:ext>
            </a:extLst>
          </p:cNvPr>
          <p:cNvSpPr>
            <a:spLocks noGrp="1"/>
          </p:cNvSpPr>
          <p:nvPr>
            <p:ph type="title"/>
          </p:nvPr>
        </p:nvSpPr>
        <p:spPr/>
        <p:txBody>
          <a:bodyPr/>
          <a:lstStyle/>
          <a:p>
            <a:r>
              <a:rPr lang="en-US" dirty="0">
                <a:cs typeface="Calibri Light"/>
              </a:rPr>
              <a:t>Employment Communication</a:t>
            </a:r>
            <a:endParaRPr lang="en-US" dirty="0"/>
          </a:p>
        </p:txBody>
      </p:sp>
      <p:sp>
        <p:nvSpPr>
          <p:cNvPr id="3" name="Content Placeholder 2">
            <a:extLst>
              <a:ext uri="{FF2B5EF4-FFF2-40B4-BE49-F238E27FC236}">
                <a16:creationId xmlns:a16="http://schemas.microsoft.com/office/drawing/2014/main" id="{3EDC1EC3-8F06-4986-8102-779592EC4625}"/>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Employment communication revolves around written communication and conversation between the employer and the job-seekers.</a:t>
            </a:r>
          </a:p>
          <a:p>
            <a:pPr>
              <a:buNone/>
            </a:pPr>
            <a:r>
              <a:rPr lang="en-US" dirty="0">
                <a:ea typeface="+mn-lt"/>
                <a:cs typeface="+mn-lt"/>
              </a:rPr>
              <a:t>The employer communicates with the job-seeker or prospective talents about the vacancies, company culture, perks and benefits and security, etc. Employers use creative means to attract and retain the best talents. In many cases, it is not necessarily the “best” person who gets the job, but rather someone who performs adequately but has excellent job search skills. </a:t>
            </a:r>
          </a:p>
          <a:p>
            <a:pPr marL="0" indent="0">
              <a:buNone/>
            </a:pPr>
            <a:endParaRPr lang="en-US" dirty="0">
              <a:cs typeface="Calibri" panose="020F0502020204030204"/>
            </a:endParaRPr>
          </a:p>
        </p:txBody>
      </p:sp>
    </p:spTree>
    <p:extLst>
      <p:ext uri="{BB962C8B-B14F-4D97-AF65-F5344CB8AC3E}">
        <p14:creationId xmlns:p14="http://schemas.microsoft.com/office/powerpoint/2010/main" val="933285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E187-BB52-4CB7-95E8-4831C4702BCD}"/>
              </a:ext>
            </a:extLst>
          </p:cNvPr>
          <p:cNvSpPr>
            <a:spLocks noGrp="1"/>
          </p:cNvSpPr>
          <p:nvPr>
            <p:ph type="title"/>
          </p:nvPr>
        </p:nvSpPr>
        <p:spPr>
          <a:xfrm>
            <a:off x="838200" y="365125"/>
            <a:ext cx="10515600" cy="764847"/>
          </a:xfrm>
        </p:spPr>
        <p:txBody>
          <a:bodyPr/>
          <a:lstStyle/>
          <a:p>
            <a:r>
              <a:rPr lang="en-US" dirty="0">
                <a:ea typeface="+mj-lt"/>
                <a:cs typeface="+mj-lt"/>
              </a:rPr>
              <a:t>Employment Communication</a:t>
            </a:r>
            <a:endParaRPr lang="en-US" dirty="0"/>
          </a:p>
        </p:txBody>
      </p:sp>
      <p:sp>
        <p:nvSpPr>
          <p:cNvPr id="3" name="Content Placeholder 2">
            <a:extLst>
              <a:ext uri="{FF2B5EF4-FFF2-40B4-BE49-F238E27FC236}">
                <a16:creationId xmlns:a16="http://schemas.microsoft.com/office/drawing/2014/main" id="{2D1C60C9-A813-4D55-8934-E7C33DBC5B30}"/>
              </a:ext>
            </a:extLst>
          </p:cNvPr>
          <p:cNvSpPr>
            <a:spLocks noGrp="1"/>
          </p:cNvSpPr>
          <p:nvPr>
            <p:ph idx="1"/>
          </p:nvPr>
        </p:nvSpPr>
        <p:spPr>
          <a:xfrm>
            <a:off x="838200" y="1135513"/>
            <a:ext cx="11176958" cy="5501525"/>
          </a:xfrm>
        </p:spPr>
        <p:txBody>
          <a:bodyPr vert="horz" lIns="91440" tIns="45720" rIns="91440" bIns="45720" rtlCol="0" anchor="t">
            <a:normAutofit fontScale="92500" lnSpcReduction="10000"/>
          </a:bodyPr>
          <a:lstStyle/>
          <a:p>
            <a:pPr>
              <a:buNone/>
            </a:pPr>
            <a:r>
              <a:rPr lang="en-US" b="1" dirty="0">
                <a:ea typeface="+mn-lt"/>
                <a:cs typeface="+mn-lt"/>
              </a:rPr>
              <a:t>Employment communication includes:</a:t>
            </a:r>
          </a:p>
          <a:p>
            <a:pPr>
              <a:buNone/>
            </a:pPr>
            <a:r>
              <a:rPr lang="en-US" dirty="0">
                <a:ea typeface="+mn-lt"/>
                <a:cs typeface="+mn-lt"/>
              </a:rPr>
              <a:t>a. a resume (a one- or two-page summary of your qualifications), </a:t>
            </a:r>
          </a:p>
          <a:p>
            <a:pPr>
              <a:buNone/>
            </a:pPr>
            <a:r>
              <a:rPr lang="en-US" dirty="0">
                <a:ea typeface="+mn-lt"/>
                <a:cs typeface="+mn-lt"/>
              </a:rPr>
              <a:t>b. a cover letter (to accompany the resume), </a:t>
            </a:r>
          </a:p>
          <a:p>
            <a:pPr>
              <a:buNone/>
            </a:pPr>
            <a:r>
              <a:rPr lang="en-US" dirty="0">
                <a:ea typeface="+mn-lt"/>
                <a:cs typeface="+mn-lt"/>
              </a:rPr>
              <a:t>c. a follow-up letter (to thank the employer for the interview and to summarize your qualifications), </a:t>
            </a:r>
          </a:p>
          <a:p>
            <a:pPr>
              <a:buNone/>
            </a:pPr>
            <a:r>
              <a:rPr lang="en-US" dirty="0">
                <a:ea typeface="+mn-lt"/>
                <a:cs typeface="+mn-lt"/>
              </a:rPr>
              <a:t>d. a resignation letter (to announce your intention to resign). </a:t>
            </a:r>
          </a:p>
          <a:p>
            <a:pPr>
              <a:buNone/>
            </a:pPr>
            <a:r>
              <a:rPr lang="en-US" dirty="0">
                <a:ea typeface="+mn-lt"/>
                <a:cs typeface="+mn-lt"/>
              </a:rPr>
              <a:t>Resumes and the accompanying letters are important because they:</a:t>
            </a:r>
          </a:p>
          <a:p>
            <a:pPr>
              <a:buNone/>
            </a:pPr>
            <a:r>
              <a:rPr lang="en-US" dirty="0">
                <a:ea typeface="+mn-lt"/>
                <a:cs typeface="+mn-lt"/>
              </a:rPr>
              <a:t>◾ Create a professional, favorable impression.</a:t>
            </a:r>
          </a:p>
          <a:p>
            <a:pPr>
              <a:buNone/>
            </a:pPr>
            <a:r>
              <a:rPr lang="en-US" dirty="0">
                <a:ea typeface="+mn-lt"/>
                <a:cs typeface="+mn-lt"/>
              </a:rPr>
              <a:t>◾ Allow you to control the presentation of your skills on paper.</a:t>
            </a:r>
          </a:p>
          <a:p>
            <a:pPr>
              <a:buNone/>
            </a:pPr>
            <a:r>
              <a:rPr lang="en-US" dirty="0">
                <a:ea typeface="+mn-lt"/>
                <a:cs typeface="+mn-lt"/>
              </a:rPr>
              <a:t>◾ Encourage an employer to call you to arrange an interview.</a:t>
            </a:r>
          </a:p>
          <a:p>
            <a:pPr>
              <a:buNone/>
            </a:pPr>
            <a:r>
              <a:rPr lang="en-US" dirty="0">
                <a:ea typeface="+mn-lt"/>
                <a:cs typeface="+mn-lt"/>
              </a:rPr>
              <a:t>◾ Give employers something to look at before you fill out any applications, they may require</a:t>
            </a:r>
          </a:p>
          <a:p>
            <a:pPr>
              <a:buNone/>
            </a:pPr>
            <a:r>
              <a:rPr lang="en-US" dirty="0">
                <a:ea typeface="+mn-lt"/>
                <a:cs typeface="+mn-lt"/>
              </a:rPr>
              <a:t>◾ Maintain goodwill between you and your employer.</a:t>
            </a:r>
          </a:p>
          <a:p>
            <a:pPr marL="0" indent="0">
              <a:buNone/>
            </a:pPr>
            <a:endParaRPr lang="en-US" dirty="0">
              <a:cs typeface="Calibri" panose="020F0502020204030204"/>
            </a:endParaRPr>
          </a:p>
        </p:txBody>
      </p:sp>
    </p:spTree>
    <p:extLst>
      <p:ext uri="{BB962C8B-B14F-4D97-AF65-F5344CB8AC3E}">
        <p14:creationId xmlns:p14="http://schemas.microsoft.com/office/powerpoint/2010/main" val="342829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1F42-2CB6-4907-A11A-A3D4FAF5F628}"/>
              </a:ext>
            </a:extLst>
          </p:cNvPr>
          <p:cNvSpPr>
            <a:spLocks noGrp="1"/>
          </p:cNvSpPr>
          <p:nvPr>
            <p:ph type="title"/>
          </p:nvPr>
        </p:nvSpPr>
        <p:spPr>
          <a:xfrm>
            <a:off x="838200" y="221352"/>
            <a:ext cx="10515600" cy="966129"/>
          </a:xfrm>
        </p:spPr>
        <p:txBody>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8E635280-E736-4DBD-932C-7C613FFBB1DC}"/>
              </a:ext>
            </a:extLst>
          </p:cNvPr>
          <p:cNvSpPr>
            <a:spLocks noGrp="1"/>
          </p:cNvSpPr>
          <p:nvPr>
            <p:ph idx="1"/>
          </p:nvPr>
        </p:nvSpPr>
        <p:spPr>
          <a:xfrm>
            <a:off x="838200" y="862342"/>
            <a:ext cx="10515600" cy="5774695"/>
          </a:xfrm>
        </p:spPr>
        <p:txBody>
          <a:bodyPr vert="horz" lIns="91440" tIns="45720" rIns="91440" bIns="45720" rtlCol="0" anchor="t">
            <a:normAutofit fontScale="85000" lnSpcReduction="20000"/>
          </a:bodyPr>
          <a:lstStyle/>
          <a:p>
            <a:pPr>
              <a:buNone/>
            </a:pPr>
            <a:endParaRPr lang="en-US" dirty="0">
              <a:ea typeface="+mn-lt"/>
              <a:cs typeface="+mn-lt"/>
            </a:endParaRPr>
          </a:p>
          <a:p>
            <a:pPr marL="0" indent="0">
              <a:buNone/>
            </a:pPr>
            <a:r>
              <a:rPr lang="en-US" b="1" dirty="0">
                <a:ea typeface="+mn-lt"/>
                <a:cs typeface="+mn-lt"/>
              </a:rPr>
              <a:t>A. Access your strengths</a:t>
            </a:r>
            <a:endParaRPr lang="en-US" dirty="0">
              <a:ea typeface="+mn-lt"/>
              <a:cs typeface="+mn-lt"/>
            </a:endParaRPr>
          </a:p>
          <a:p>
            <a:pPr indent="0">
              <a:buNone/>
            </a:pPr>
            <a:r>
              <a:rPr lang="en-US" dirty="0">
                <a:ea typeface="+mn-lt"/>
                <a:cs typeface="+mn-lt"/>
              </a:rPr>
              <a:t>Employment communications are really about selling yourself: your skills, loyalty, and personality, so like any good salesperson you need to know the "product” you are selling well. The first stage in a successful job search is self-assessment. What kind of job are you looking for? What “hidden” skills do you have? What are your strengths and weaknesses? </a:t>
            </a:r>
          </a:p>
          <a:p>
            <a:pPr>
              <a:buNone/>
            </a:pPr>
            <a:r>
              <a:rPr lang="en-US" b="1" dirty="0">
                <a:ea typeface="+mn-lt"/>
                <a:cs typeface="+mn-lt"/>
              </a:rPr>
              <a:t>◾ Education: </a:t>
            </a:r>
            <a:r>
              <a:rPr lang="en-US" dirty="0">
                <a:ea typeface="+mn-lt"/>
                <a:cs typeface="+mn-lt"/>
              </a:rPr>
              <a:t> (qualifications)</a:t>
            </a:r>
          </a:p>
          <a:p>
            <a:pPr>
              <a:buNone/>
            </a:pPr>
            <a:r>
              <a:rPr lang="en-US" b="1" dirty="0">
                <a:ea typeface="+mn-lt"/>
                <a:cs typeface="+mn-lt"/>
              </a:rPr>
              <a:t>◾ Employment:</a:t>
            </a:r>
            <a:r>
              <a:rPr lang="en-US" dirty="0">
                <a:ea typeface="+mn-lt"/>
                <a:cs typeface="+mn-lt"/>
              </a:rPr>
              <a:t> (experiences- organizations)</a:t>
            </a:r>
          </a:p>
          <a:p>
            <a:pPr>
              <a:buNone/>
            </a:pPr>
            <a:r>
              <a:rPr lang="en-US" b="1" dirty="0">
                <a:ea typeface="+mn-lt"/>
                <a:cs typeface="+mn-lt"/>
              </a:rPr>
              <a:t>◾ Accomplishments:</a:t>
            </a:r>
            <a:r>
              <a:rPr lang="en-US" dirty="0">
                <a:ea typeface="+mn-lt"/>
                <a:cs typeface="+mn-lt"/>
              </a:rPr>
              <a:t>  (scholastic, job-related, extracurricular, or community) over the last several years. Include any honors or awards you received. </a:t>
            </a:r>
          </a:p>
          <a:p>
            <a:pPr>
              <a:buNone/>
            </a:pPr>
            <a:r>
              <a:rPr lang="en-US" b="1" dirty="0">
                <a:ea typeface="+mn-lt"/>
                <a:cs typeface="+mn-lt"/>
              </a:rPr>
              <a:t>◾ Skills:</a:t>
            </a:r>
            <a:r>
              <a:rPr lang="en-US" dirty="0">
                <a:ea typeface="+mn-lt"/>
                <a:cs typeface="+mn-lt"/>
              </a:rPr>
              <a:t> What are your special talents? What can you do well? Are you a good problem solver, creative thinker, good communicator? Do you have special skill sets—with computers, machinery, sales? </a:t>
            </a:r>
          </a:p>
          <a:p>
            <a:pPr>
              <a:buNone/>
            </a:pPr>
            <a:r>
              <a:rPr lang="en-US" b="1" dirty="0">
                <a:ea typeface="+mn-lt"/>
                <a:cs typeface="+mn-lt"/>
              </a:rPr>
              <a:t>◾ Character or personality traits:</a:t>
            </a:r>
            <a:r>
              <a:rPr lang="en-US" dirty="0">
                <a:ea typeface="+mn-lt"/>
                <a:cs typeface="+mn-lt"/>
              </a:rPr>
              <a:t> Are you dependable, honest, and flexible?</a:t>
            </a:r>
          </a:p>
          <a:p>
            <a:pPr>
              <a:buNone/>
            </a:pPr>
            <a:r>
              <a:rPr lang="en-US" dirty="0">
                <a:ea typeface="+mn-lt"/>
                <a:cs typeface="+mn-lt"/>
              </a:rPr>
              <a:t>Are you outgoing, calm, and optimistic? Do you have a good sense of humor?</a:t>
            </a:r>
          </a:p>
          <a:p>
            <a:pPr marL="0" indent="0">
              <a:buNone/>
            </a:pPr>
            <a:endParaRPr lang="en-US" dirty="0">
              <a:cs typeface="Calibri" panose="020F0502020204030204"/>
            </a:endParaRPr>
          </a:p>
        </p:txBody>
      </p:sp>
    </p:spTree>
    <p:extLst>
      <p:ext uri="{BB962C8B-B14F-4D97-AF65-F5344CB8AC3E}">
        <p14:creationId xmlns:p14="http://schemas.microsoft.com/office/powerpoint/2010/main" val="597393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36DB3-DF22-4732-945D-52EC9E542D11}"/>
              </a:ext>
            </a:extLst>
          </p:cNvPr>
          <p:cNvSpPr>
            <a:spLocks noGrp="1"/>
          </p:cNvSpPr>
          <p:nvPr>
            <p:ph type="title"/>
          </p:nvPr>
        </p:nvSpPr>
        <p:spPr>
          <a:xfrm>
            <a:off x="838200" y="365125"/>
            <a:ext cx="10515600" cy="865488"/>
          </a:xfrm>
        </p:spPr>
        <p:txBody>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F33E167D-B134-45B9-8CB4-D3DB5201B053}"/>
              </a:ext>
            </a:extLst>
          </p:cNvPr>
          <p:cNvSpPr>
            <a:spLocks noGrp="1"/>
          </p:cNvSpPr>
          <p:nvPr>
            <p:ph idx="1"/>
          </p:nvPr>
        </p:nvSpPr>
        <p:spPr>
          <a:xfrm>
            <a:off x="838200" y="1164267"/>
            <a:ext cx="10515600" cy="5530280"/>
          </a:xfrm>
        </p:spPr>
        <p:txBody>
          <a:bodyPr vert="horz" lIns="91440" tIns="45720" rIns="91440" bIns="45720" rtlCol="0" anchor="t">
            <a:normAutofit lnSpcReduction="10000"/>
          </a:bodyPr>
          <a:lstStyle/>
          <a:p>
            <a:pPr marL="0" indent="0">
              <a:buNone/>
            </a:pPr>
            <a:r>
              <a:rPr lang="en-US" b="1" dirty="0">
                <a:ea typeface="+mn-lt"/>
                <a:cs typeface="+mn-lt"/>
              </a:rPr>
              <a:t>B. Research Your Prospective Employer</a:t>
            </a:r>
            <a:endParaRPr lang="en-US" dirty="0">
              <a:ea typeface="+mn-lt"/>
              <a:cs typeface="+mn-lt"/>
            </a:endParaRPr>
          </a:p>
          <a:p>
            <a:pPr indent="0">
              <a:buNone/>
            </a:pPr>
            <a:r>
              <a:rPr lang="en-US" dirty="0">
                <a:ea typeface="+mn-lt"/>
                <a:cs typeface="+mn-lt"/>
              </a:rPr>
              <a:t>Learn all you can about your prospective employer, the company, and the job. Call the human resources office and find out about the company’s hiring practices. Do you know anyone who works for or used to work for this company? </a:t>
            </a:r>
          </a:p>
          <a:p>
            <a:pPr>
              <a:buNone/>
            </a:pPr>
            <a:r>
              <a:rPr lang="en-US" dirty="0">
                <a:ea typeface="+mn-lt"/>
                <a:cs typeface="+mn-lt"/>
              </a:rPr>
              <a:t>See if you can find the answers to the following questions:</a:t>
            </a:r>
          </a:p>
          <a:p>
            <a:pPr>
              <a:buNone/>
            </a:pPr>
            <a:r>
              <a:rPr lang="en-US" dirty="0">
                <a:ea typeface="+mn-lt"/>
                <a:cs typeface="+mn-lt"/>
              </a:rPr>
              <a:t>◾ Who will be responsible for making the decision to hire you—an individual or a committee? If it is an individual, what position does that person hold? What skills is he or she looking for in an employee?</a:t>
            </a:r>
          </a:p>
          <a:p>
            <a:pPr>
              <a:buNone/>
            </a:pPr>
            <a:r>
              <a:rPr lang="en-US" dirty="0">
                <a:ea typeface="+mn-lt"/>
                <a:cs typeface="+mn-lt"/>
              </a:rPr>
              <a:t>◾ What can you find out about the company—its mission statement, its current projects, its organization, its openings, or its past record?</a:t>
            </a:r>
          </a:p>
          <a:p>
            <a:pPr>
              <a:buNone/>
            </a:pPr>
            <a:r>
              <a:rPr lang="en-US" dirty="0">
                <a:ea typeface="+mn-lt"/>
                <a:cs typeface="+mn-lt"/>
              </a:rPr>
              <a:t>◾ What can you learn about the position for which you are applying? What would you be expected to do, and with whom would you work?</a:t>
            </a:r>
          </a:p>
          <a:p>
            <a:pPr marL="0" indent="0">
              <a:buNone/>
            </a:pPr>
            <a:endParaRPr lang="en-US" dirty="0">
              <a:cs typeface="Calibri" panose="020F0502020204030204"/>
            </a:endParaRPr>
          </a:p>
        </p:txBody>
      </p:sp>
    </p:spTree>
    <p:extLst>
      <p:ext uri="{BB962C8B-B14F-4D97-AF65-F5344CB8AC3E}">
        <p14:creationId xmlns:p14="http://schemas.microsoft.com/office/powerpoint/2010/main" val="1077593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AC94-0BCC-48A4-8AE7-AF7E870227E5}"/>
              </a:ext>
            </a:extLst>
          </p:cNvPr>
          <p:cNvSpPr>
            <a:spLocks noGrp="1"/>
          </p:cNvSpPr>
          <p:nvPr>
            <p:ph type="title"/>
          </p:nvPr>
        </p:nvSpPr>
        <p:spPr>
          <a:xfrm>
            <a:off x="838200" y="365125"/>
            <a:ext cx="10515600" cy="664205"/>
          </a:xfrm>
        </p:spPr>
        <p:txBody>
          <a:bodyPr>
            <a:normAutofit fontScale="90000"/>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0B94CDDD-FC2C-44EA-BB64-7CC70CE2E090}"/>
              </a:ext>
            </a:extLst>
          </p:cNvPr>
          <p:cNvSpPr>
            <a:spLocks noGrp="1"/>
          </p:cNvSpPr>
          <p:nvPr>
            <p:ph idx="1"/>
          </p:nvPr>
        </p:nvSpPr>
        <p:spPr>
          <a:xfrm>
            <a:off x="838200" y="1049248"/>
            <a:ext cx="10515600" cy="5745941"/>
          </a:xfrm>
        </p:spPr>
        <p:txBody>
          <a:bodyPr vert="horz" lIns="91440" tIns="45720" rIns="91440" bIns="45720" rtlCol="0" anchor="t">
            <a:normAutofit/>
          </a:bodyPr>
          <a:lstStyle/>
          <a:p>
            <a:pPr marL="0" indent="0">
              <a:buNone/>
            </a:pPr>
            <a:r>
              <a:rPr lang="en-US" b="1" dirty="0">
                <a:ea typeface="+mn-lt"/>
                <a:cs typeface="+mn-lt"/>
              </a:rPr>
              <a:t>C. Formatting and Organizing Resumes’</a:t>
            </a:r>
            <a:endParaRPr lang="en-US" dirty="0">
              <a:ea typeface="+mn-lt"/>
              <a:cs typeface="+mn-lt"/>
            </a:endParaRPr>
          </a:p>
          <a:p>
            <a:pPr indent="0">
              <a:buNone/>
            </a:pPr>
            <a:r>
              <a:rPr lang="en-US" b="1" dirty="0">
                <a:ea typeface="+mn-lt"/>
                <a:cs typeface="+mn-lt"/>
              </a:rPr>
              <a:t>Resumes’</a:t>
            </a:r>
            <a:endParaRPr lang="en-US" dirty="0">
              <a:ea typeface="+mn-lt"/>
              <a:cs typeface="+mn-lt"/>
            </a:endParaRPr>
          </a:p>
          <a:p>
            <a:pPr>
              <a:buNone/>
            </a:pPr>
            <a:r>
              <a:rPr lang="en-US" dirty="0">
                <a:ea typeface="+mn-lt"/>
                <a:cs typeface="+mn-lt"/>
              </a:rPr>
              <a:t>The resume, sometimes called curriculum vitae or CV, is a personal data-sheet which accurately and concisely presents background and skills of someone looking for employment. A good Resume changes </a:t>
            </a:r>
            <a:r>
              <a:rPr lang="en-US">
                <a:ea typeface="+mn-lt"/>
                <a:cs typeface="+mn-lt"/>
              </a:rPr>
              <a:t>an applicant into a candidate; a poor Resume quickly ends up in the </a:t>
            </a:r>
            <a:r>
              <a:rPr lang="en-US" dirty="0">
                <a:ea typeface="+mn-lt"/>
                <a:cs typeface="+mn-lt"/>
              </a:rPr>
              <a:t>garbage. The Resume is your opportunity to present your skills, abilities, and personality in the best light to a prospective employer. Like the application form, neatness, accuracy, and honesty are essential. Your Resume is your ticket to a good job, so you will want to spend a lot of time revising to get it just right. Professional Resume preparers say that it takes at least three full days of hard work to get a good résumé.</a:t>
            </a:r>
          </a:p>
          <a:p>
            <a:pPr marL="0" indent="0">
              <a:buNone/>
            </a:pPr>
            <a:endParaRPr lang="en-US" dirty="0">
              <a:cs typeface="Calibri" panose="020F0502020204030204"/>
            </a:endParaRPr>
          </a:p>
        </p:txBody>
      </p:sp>
    </p:spTree>
    <p:extLst>
      <p:ext uri="{BB962C8B-B14F-4D97-AF65-F5344CB8AC3E}">
        <p14:creationId xmlns:p14="http://schemas.microsoft.com/office/powerpoint/2010/main" val="717095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9847-18F5-4FBC-9B6F-E684648A7199}"/>
              </a:ext>
            </a:extLst>
          </p:cNvPr>
          <p:cNvSpPr>
            <a:spLocks noGrp="1"/>
          </p:cNvSpPr>
          <p:nvPr>
            <p:ph type="title"/>
          </p:nvPr>
        </p:nvSpPr>
        <p:spPr/>
        <p:txBody>
          <a:bodyPr/>
          <a:lstStyle/>
          <a:p>
            <a:r>
              <a:rPr lang="en-US" b="1" dirty="0">
                <a:ea typeface="+mj-lt"/>
                <a:cs typeface="+mj-lt"/>
              </a:rPr>
              <a:t>Making Your Resume Stand Out</a:t>
            </a:r>
            <a:endParaRPr lang="en-US" dirty="0"/>
          </a:p>
        </p:txBody>
      </p:sp>
      <p:sp>
        <p:nvSpPr>
          <p:cNvPr id="3" name="Content Placeholder 2">
            <a:extLst>
              <a:ext uri="{FF2B5EF4-FFF2-40B4-BE49-F238E27FC236}">
                <a16:creationId xmlns:a16="http://schemas.microsoft.com/office/drawing/2014/main" id="{BBFF357C-21E1-41A2-BC32-CF189C1D7501}"/>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Making Your Resume Stand Out</a:t>
            </a:r>
            <a:endParaRPr lang="en-US" dirty="0">
              <a:ea typeface="+mn-lt"/>
              <a:cs typeface="+mn-lt"/>
            </a:endParaRPr>
          </a:p>
          <a:p>
            <a:pPr>
              <a:buNone/>
            </a:pPr>
            <a:r>
              <a:rPr lang="en-US" dirty="0">
                <a:ea typeface="+mn-lt"/>
                <a:cs typeface="+mn-lt"/>
              </a:rPr>
              <a:t>White space allowing ample margins results in a resume that is uncluttered and easy to read. Special features such as boldfacing, underlining, italicizing, CAPITALIZING, bullets (•), or asterisks (*) make important information stand out. But too many special features can make your resume appear cluttered and busy. The resume should look symmetric and balanced. Your name should stand out in a larger boldfaced type. Headings should be easy to spot. The font should be easy to read—Times New Roman, Calibri, or Arial, for example, in 10- to 12-point type.</a:t>
            </a:r>
          </a:p>
          <a:p>
            <a:pPr>
              <a:buNone/>
            </a:pPr>
            <a:endParaRPr lang="en-US">
              <a:ea typeface="+mn-lt"/>
              <a:cs typeface="+mn-lt"/>
            </a:endParaRPr>
          </a:p>
          <a:p>
            <a:pPr marL="0" indent="0">
              <a:buNone/>
            </a:pPr>
            <a:endParaRPr lang="en-US" dirty="0">
              <a:cs typeface="Calibri" panose="020F0502020204030204"/>
            </a:endParaRPr>
          </a:p>
        </p:txBody>
      </p:sp>
    </p:spTree>
    <p:extLst>
      <p:ext uri="{BB962C8B-B14F-4D97-AF65-F5344CB8AC3E}">
        <p14:creationId xmlns:p14="http://schemas.microsoft.com/office/powerpoint/2010/main" val="3032081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C2A1-BD88-4E35-8AF8-84FEE3575394}"/>
              </a:ext>
            </a:extLst>
          </p:cNvPr>
          <p:cNvSpPr>
            <a:spLocks noGrp="1"/>
          </p:cNvSpPr>
          <p:nvPr>
            <p:ph type="title"/>
          </p:nvPr>
        </p:nvSpPr>
        <p:spPr>
          <a:xfrm>
            <a:off x="838200" y="365125"/>
            <a:ext cx="10515600" cy="908620"/>
          </a:xfrm>
        </p:spPr>
        <p:txBody>
          <a:bodyPr/>
          <a:lstStyle/>
          <a:p>
            <a:r>
              <a:rPr lang="en-US" b="1" dirty="0">
                <a:ea typeface="+mj-lt"/>
                <a:cs typeface="+mj-lt"/>
              </a:rPr>
              <a:t>Basic Information (Resume)</a:t>
            </a:r>
            <a:endParaRPr lang="en-US" dirty="0"/>
          </a:p>
        </p:txBody>
      </p:sp>
      <p:sp>
        <p:nvSpPr>
          <p:cNvPr id="3" name="Content Placeholder 2">
            <a:extLst>
              <a:ext uri="{FF2B5EF4-FFF2-40B4-BE49-F238E27FC236}">
                <a16:creationId xmlns:a16="http://schemas.microsoft.com/office/drawing/2014/main" id="{8E8BA950-AF5C-4E9D-BA8B-10605EBCD4D4}"/>
              </a:ext>
            </a:extLst>
          </p:cNvPr>
          <p:cNvSpPr>
            <a:spLocks noGrp="1"/>
          </p:cNvSpPr>
          <p:nvPr>
            <p:ph idx="1"/>
          </p:nvPr>
        </p:nvSpPr>
        <p:spPr>
          <a:xfrm>
            <a:off x="838200" y="1020493"/>
            <a:ext cx="10515600" cy="5688432"/>
          </a:xfrm>
        </p:spPr>
        <p:txBody>
          <a:bodyPr vert="horz" lIns="91440" tIns="45720" rIns="91440" bIns="45720" rtlCol="0" anchor="t">
            <a:normAutofit fontScale="92500" lnSpcReduction="10000"/>
          </a:bodyPr>
          <a:lstStyle/>
          <a:p>
            <a:pPr>
              <a:buNone/>
            </a:pPr>
            <a:endParaRPr lang="en-US" b="1" dirty="0">
              <a:ea typeface="+mn-lt"/>
              <a:cs typeface="+mn-lt"/>
            </a:endParaRPr>
          </a:p>
          <a:p>
            <a:pPr>
              <a:buNone/>
            </a:pPr>
            <a:r>
              <a:rPr lang="en-US" b="1" dirty="0">
                <a:ea typeface="+mn-lt"/>
                <a:cs typeface="+mn-lt"/>
              </a:rPr>
              <a:t>◾ Identification:</a:t>
            </a:r>
            <a:r>
              <a:rPr lang="en-US" dirty="0">
                <a:ea typeface="+mn-lt"/>
                <a:cs typeface="+mn-lt"/>
              </a:rPr>
              <a:t> Include your name, complete address, telephone number(s), and e-mail address. You may include a permanent and temporary address.</a:t>
            </a:r>
          </a:p>
          <a:p>
            <a:pPr>
              <a:buNone/>
            </a:pPr>
            <a:r>
              <a:rPr lang="en-US" b="1" dirty="0">
                <a:ea typeface="+mn-lt"/>
                <a:cs typeface="+mn-lt"/>
              </a:rPr>
              <a:t>◾ Education:</a:t>
            </a:r>
            <a:r>
              <a:rPr lang="en-US" dirty="0">
                <a:ea typeface="+mn-lt"/>
                <a:cs typeface="+mn-lt"/>
              </a:rPr>
              <a:t> Include the name, city, and state of the school from which you graduated; your dates of attendance and graduation or expected date of graduation; and your major or course of study. Sometimes it is helpful to include specific courses you took, as well as academic honors, your overall GPA or the GPA in your major classes (particularly if the GPA is good), and any extracurricular activities. If you already have a post-secondary degree, it is not necessary to list your high school degree.</a:t>
            </a:r>
          </a:p>
          <a:p>
            <a:pPr>
              <a:buNone/>
            </a:pPr>
            <a:r>
              <a:rPr lang="en-US" b="1" dirty="0">
                <a:ea typeface="+mn-lt"/>
                <a:cs typeface="+mn-lt"/>
              </a:rPr>
              <a:t>◾ Work Experience:</a:t>
            </a:r>
            <a:r>
              <a:rPr lang="en-US" dirty="0">
                <a:ea typeface="+mn-lt"/>
                <a:cs typeface="+mn-lt"/>
              </a:rPr>
              <a:t> Include the name, city, and state of the company and the position or title and description of duties if it is related to the job for which you are applying. You also may include promotions, special accomplishments, and skills.</a:t>
            </a:r>
          </a:p>
          <a:p>
            <a:pPr marL="0" indent="0">
              <a:buNone/>
            </a:pPr>
            <a:endParaRPr lang="en-US" dirty="0">
              <a:cs typeface="Calibri"/>
            </a:endParaRPr>
          </a:p>
        </p:txBody>
      </p:sp>
    </p:spTree>
    <p:extLst>
      <p:ext uri="{BB962C8B-B14F-4D97-AF65-F5344CB8AC3E}">
        <p14:creationId xmlns:p14="http://schemas.microsoft.com/office/powerpoint/2010/main" val="165438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B37C9-C10C-4064-8F45-8F9276DAF25E}"/>
              </a:ext>
            </a:extLst>
          </p:cNvPr>
          <p:cNvSpPr>
            <a:spLocks noGrp="1"/>
          </p:cNvSpPr>
          <p:nvPr>
            <p:ph type="title"/>
          </p:nvPr>
        </p:nvSpPr>
        <p:spPr/>
        <p:txBody>
          <a:bodyPr/>
          <a:lstStyle/>
          <a:p>
            <a:r>
              <a:rPr lang="en-US" b="1" dirty="0">
                <a:ea typeface="+mj-lt"/>
                <a:cs typeface="+mj-lt"/>
              </a:rPr>
              <a:t>Organizing a Resume</a:t>
            </a:r>
            <a:endParaRPr lang="en-US" dirty="0"/>
          </a:p>
        </p:txBody>
      </p:sp>
      <p:sp>
        <p:nvSpPr>
          <p:cNvPr id="3" name="Content Placeholder 2">
            <a:extLst>
              <a:ext uri="{FF2B5EF4-FFF2-40B4-BE49-F238E27FC236}">
                <a16:creationId xmlns:a16="http://schemas.microsoft.com/office/drawing/2014/main" id="{2633539A-640A-4C23-888D-B16C7713DCE3}"/>
              </a:ext>
            </a:extLst>
          </p:cNvPr>
          <p:cNvSpPr>
            <a:spLocks noGrp="1"/>
          </p:cNvSpPr>
          <p:nvPr>
            <p:ph idx="1"/>
          </p:nvPr>
        </p:nvSpPr>
        <p:spPr>
          <a:xfrm>
            <a:off x="838200" y="1494946"/>
            <a:ext cx="10515600" cy="4983941"/>
          </a:xfrm>
        </p:spPr>
        <p:txBody>
          <a:bodyPr vert="horz" lIns="91440" tIns="45720" rIns="91440" bIns="45720" rtlCol="0" anchor="t">
            <a:normAutofit/>
          </a:bodyPr>
          <a:lstStyle/>
          <a:p>
            <a:pPr>
              <a:buNone/>
            </a:pPr>
            <a:endParaRPr lang="en-US" b="1" dirty="0">
              <a:ea typeface="+mn-lt"/>
              <a:cs typeface="+mn-lt"/>
            </a:endParaRPr>
          </a:p>
          <a:p>
            <a:pPr>
              <a:buNone/>
            </a:pPr>
            <a:r>
              <a:rPr lang="en-US" b="1" dirty="0">
                <a:ea typeface="+mn-lt"/>
                <a:cs typeface="+mn-lt"/>
              </a:rPr>
              <a:t>Reverse Chronological Order</a:t>
            </a:r>
            <a:endParaRPr lang="en-US" dirty="0">
              <a:ea typeface="+mn-lt"/>
              <a:cs typeface="+mn-lt"/>
            </a:endParaRPr>
          </a:p>
          <a:p>
            <a:pPr>
              <a:buNone/>
            </a:pPr>
            <a:r>
              <a:rPr lang="en-US" dirty="0">
                <a:ea typeface="+mn-lt"/>
                <a:cs typeface="+mn-lt"/>
              </a:rPr>
              <a:t>Some parts of the resume are presented in reverse chronological order (backward through time). The priority here is time; that is, what is most recent is considered to be most important. In particular, past jobs and schools attended should be listed in reverse chronological order. For example, when presenting your work experience, list your most recent job first, your second most recent job second, your third most recent job third, and so on.</a:t>
            </a:r>
          </a:p>
          <a:p>
            <a:pPr>
              <a:buNone/>
            </a:pPr>
            <a:endParaRPr lang="en-US">
              <a:ea typeface="+mn-lt"/>
              <a:cs typeface="+mn-lt"/>
            </a:endParaRPr>
          </a:p>
          <a:p>
            <a:pPr marL="0" indent="0">
              <a:buNone/>
            </a:pPr>
            <a:endParaRPr lang="en-US" dirty="0">
              <a:cs typeface="Calibri" panose="020F0502020204030204"/>
            </a:endParaRPr>
          </a:p>
        </p:txBody>
      </p:sp>
    </p:spTree>
    <p:extLst>
      <p:ext uri="{BB962C8B-B14F-4D97-AF65-F5344CB8AC3E}">
        <p14:creationId xmlns:p14="http://schemas.microsoft.com/office/powerpoint/2010/main" val="390533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D0C6-7C39-4B33-B643-4BA3FFA1A2C0}"/>
              </a:ext>
            </a:extLst>
          </p:cNvPr>
          <p:cNvSpPr>
            <a:spLocks noGrp="1"/>
          </p:cNvSpPr>
          <p:nvPr>
            <p:ph type="title"/>
          </p:nvPr>
        </p:nvSpPr>
        <p:spPr/>
        <p:txBody>
          <a:bodyPr/>
          <a:lstStyle/>
          <a:p>
            <a:r>
              <a:rPr lang="en-US" b="1" dirty="0">
                <a:ea typeface="+mj-lt"/>
                <a:cs typeface="+mj-lt"/>
              </a:rPr>
              <a:t>Organizing a Resume</a:t>
            </a:r>
            <a:endParaRPr lang="en-US" dirty="0"/>
          </a:p>
        </p:txBody>
      </p:sp>
      <p:sp>
        <p:nvSpPr>
          <p:cNvPr id="3" name="Content Placeholder 2">
            <a:extLst>
              <a:ext uri="{FF2B5EF4-FFF2-40B4-BE49-F238E27FC236}">
                <a16:creationId xmlns:a16="http://schemas.microsoft.com/office/drawing/2014/main" id="{1D33A462-3D15-4753-8F17-8A9F3420C3D3}"/>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Priority Order</a:t>
            </a:r>
            <a:endParaRPr lang="en-US" dirty="0">
              <a:ea typeface="+mn-lt"/>
              <a:cs typeface="+mn-lt"/>
            </a:endParaRPr>
          </a:p>
          <a:p>
            <a:pPr>
              <a:buNone/>
            </a:pPr>
            <a:r>
              <a:rPr lang="en-US" dirty="0">
                <a:ea typeface="+mn-lt"/>
                <a:cs typeface="+mn-lt"/>
              </a:rPr>
              <a:t>Major sections are presented in priority order—from most important to least important. Whatever you present as most important should be the information that is most important to the prospective employer. When you have impressive work experience, that experience may be more important to your employer than education. If so, place work experience before education.</a:t>
            </a:r>
          </a:p>
          <a:p>
            <a:pPr marL="0" indent="0">
              <a:buNone/>
            </a:pPr>
            <a:endParaRPr lang="en-US" dirty="0">
              <a:cs typeface="Calibri"/>
            </a:endParaRPr>
          </a:p>
        </p:txBody>
      </p:sp>
    </p:spTree>
    <p:extLst>
      <p:ext uri="{BB962C8B-B14F-4D97-AF65-F5344CB8AC3E}">
        <p14:creationId xmlns:p14="http://schemas.microsoft.com/office/powerpoint/2010/main" val="3558598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6D8F-A4C8-401A-B941-960334BEFB5D}"/>
              </a:ext>
            </a:extLst>
          </p:cNvPr>
          <p:cNvSpPr>
            <a:spLocks noGrp="1"/>
          </p:cNvSpPr>
          <p:nvPr>
            <p:ph type="title"/>
          </p:nvPr>
        </p:nvSpPr>
        <p:spPr/>
        <p:txBody>
          <a:bodyPr/>
          <a:lstStyle/>
          <a:p>
            <a:r>
              <a:rPr lang="en-US" b="1" dirty="0">
                <a:ea typeface="+mj-lt"/>
                <a:cs typeface="+mj-lt"/>
              </a:rPr>
              <a:t>Types of Resumes</a:t>
            </a:r>
            <a:endParaRPr lang="en-US" dirty="0"/>
          </a:p>
        </p:txBody>
      </p:sp>
      <p:sp>
        <p:nvSpPr>
          <p:cNvPr id="3" name="Content Placeholder 2">
            <a:extLst>
              <a:ext uri="{FF2B5EF4-FFF2-40B4-BE49-F238E27FC236}">
                <a16:creationId xmlns:a16="http://schemas.microsoft.com/office/drawing/2014/main" id="{11E21299-5CE0-47DE-9AED-938ACAB94208}"/>
              </a:ext>
            </a:extLst>
          </p:cNvPr>
          <p:cNvSpPr>
            <a:spLocks noGrp="1"/>
          </p:cNvSpPr>
          <p:nvPr>
            <p:ph idx="1"/>
          </p:nvPr>
        </p:nvSpPr>
        <p:spPr/>
        <p:txBody>
          <a:bodyPr vert="horz" lIns="91440" tIns="45720" rIns="91440" bIns="45720" rtlCol="0" anchor="t">
            <a:normAutofit/>
          </a:bodyPr>
          <a:lstStyle/>
          <a:p>
            <a:pPr>
              <a:buNone/>
            </a:pPr>
            <a:endParaRPr lang="en-US" b="1" dirty="0">
              <a:ea typeface="+mn-lt"/>
              <a:cs typeface="+mn-lt"/>
            </a:endParaRPr>
          </a:p>
          <a:p>
            <a:pPr marL="0" indent="0">
              <a:buNone/>
            </a:pPr>
            <a:r>
              <a:rPr lang="en-US" b="1" dirty="0">
                <a:ea typeface="+mn-lt"/>
                <a:cs typeface="+mn-lt"/>
              </a:rPr>
              <a:t>1. Chronological Resume</a:t>
            </a:r>
            <a:endParaRPr lang="en-US" dirty="0">
              <a:ea typeface="+mn-lt"/>
              <a:cs typeface="+mn-lt"/>
            </a:endParaRPr>
          </a:p>
          <a:p>
            <a:pPr indent="0">
              <a:buNone/>
            </a:pPr>
            <a:r>
              <a:rPr lang="en-US" dirty="0">
                <a:ea typeface="+mn-lt"/>
                <a:cs typeface="+mn-lt"/>
              </a:rPr>
              <a:t>This format is probably the most widely used. This type of Resume lists education and work history in reverse chronological order, with the most recent activity presented first. People with a consistent work record, (no periods of unemployment) and in positions of progressive responsibility, often choose this format. Because it is so easy to read, it is preferred by many employers.</a:t>
            </a:r>
          </a:p>
          <a:p>
            <a:pPr>
              <a:buNone/>
            </a:pPr>
            <a:endParaRPr lang="en-US">
              <a:ea typeface="+mn-lt"/>
              <a:cs typeface="+mn-lt"/>
            </a:endParaRPr>
          </a:p>
          <a:p>
            <a:pPr>
              <a:buFont typeface="Arial"/>
              <a:buChar char="•"/>
            </a:pPr>
            <a:endParaRPr lang="en-US" dirty="0">
              <a:cs typeface="Calibri" panose="020F0502020204030204"/>
            </a:endParaRPr>
          </a:p>
        </p:txBody>
      </p:sp>
    </p:spTree>
    <p:extLst>
      <p:ext uri="{BB962C8B-B14F-4D97-AF65-F5344CB8AC3E}">
        <p14:creationId xmlns:p14="http://schemas.microsoft.com/office/powerpoint/2010/main" val="3197952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077B-9D35-493F-994E-AC828D49CBFC}"/>
              </a:ext>
            </a:extLst>
          </p:cNvPr>
          <p:cNvSpPr>
            <a:spLocks noGrp="1"/>
          </p:cNvSpPr>
          <p:nvPr>
            <p:ph type="title"/>
          </p:nvPr>
        </p:nvSpPr>
        <p:spPr/>
        <p:txBody>
          <a:bodyPr/>
          <a:lstStyle/>
          <a:p>
            <a:r>
              <a:rPr lang="en-US" dirty="0">
                <a:cs typeface="Calibri Light"/>
              </a:rPr>
              <a:t>Types of Resumes</a:t>
            </a:r>
            <a:endParaRPr lang="en-US" dirty="0"/>
          </a:p>
        </p:txBody>
      </p:sp>
      <p:sp>
        <p:nvSpPr>
          <p:cNvPr id="3" name="Content Placeholder 2">
            <a:extLst>
              <a:ext uri="{FF2B5EF4-FFF2-40B4-BE49-F238E27FC236}">
                <a16:creationId xmlns:a16="http://schemas.microsoft.com/office/drawing/2014/main" id="{DABC87D2-573D-4213-B120-054BC2A575F7}"/>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2. Functional Resume</a:t>
            </a:r>
            <a:endParaRPr lang="en-US">
              <a:ea typeface="+mn-lt"/>
              <a:cs typeface="+mn-lt"/>
            </a:endParaRPr>
          </a:p>
          <a:p>
            <a:pPr indent="0">
              <a:buNone/>
            </a:pPr>
            <a:r>
              <a:rPr lang="en-US" dirty="0">
                <a:ea typeface="+mn-lt"/>
                <a:cs typeface="+mn-lt"/>
              </a:rPr>
              <a:t>This format organizes information around a person’s unique skills, giving an applicant the opportunity to highlight his or her special abilities or experience. This resume may have a section devoted to technical skills, sales abilities, or leadership skills. Some resumes are a combination of chronological and functional resumes, highlighting special skills in one area and using a chronological presentation for the work history.</a:t>
            </a:r>
          </a:p>
          <a:p>
            <a:pPr marL="0" indent="0">
              <a:buNone/>
            </a:pPr>
            <a:endParaRPr lang="en-US" dirty="0">
              <a:cs typeface="Calibri" panose="020F0502020204030204"/>
            </a:endParaRPr>
          </a:p>
        </p:txBody>
      </p:sp>
    </p:spTree>
    <p:extLst>
      <p:ext uri="{BB962C8B-B14F-4D97-AF65-F5344CB8AC3E}">
        <p14:creationId xmlns:p14="http://schemas.microsoft.com/office/powerpoint/2010/main" val="21904848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Employment Communication</vt:lpstr>
      <vt:lpstr>Employment Communication</vt:lpstr>
      <vt:lpstr>Employment Communication</vt:lpstr>
      <vt:lpstr>Stages of job search process:</vt:lpstr>
      <vt:lpstr>Stages of job search process:</vt:lpstr>
      <vt:lpstr>Stages of job search process:</vt:lpstr>
      <vt:lpstr>Making Your Resume Stand Out</vt:lpstr>
      <vt:lpstr>Basic Information (Resume)</vt:lpstr>
      <vt:lpstr>Organizing a Resume</vt:lpstr>
      <vt:lpstr>Organizing a Resume</vt:lpstr>
      <vt:lpstr>Types of Resumes</vt:lpstr>
      <vt:lpstr>Types of Resumes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75</cp:revision>
  <dcterms:created xsi:type="dcterms:W3CDTF">2021-03-15T14:27:55Z</dcterms:created>
  <dcterms:modified xsi:type="dcterms:W3CDTF">2021-03-15T14:51:24Z</dcterms:modified>
</cp:coreProperties>
</file>